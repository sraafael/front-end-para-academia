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32399288" cy="43200638"/>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3240000">
              <a:lnSpc>
                <a:spcPct val="90000"/>
              </a:lnSpc>
            </a:pPr>
            <a:r>
              <a:rPr lang="pt-BR" sz="21260" b="0" u="none" strike="noStrike">
                <a:solidFill>
                  <a:schemeClr val="dk1"/>
                </a:solidFill>
                <a:effectLst/>
                <a:uFillTx/>
                <a:latin typeface="Calibri Light"/>
              </a:rPr>
              <a:t>Clique para mover o slide</a:t>
            </a:r>
            <a:endParaRPr lang="pt-BR" sz="21260" b="0" u="none" strike="noStrike">
              <a:solidFill>
                <a:schemeClr val="dk1"/>
              </a:solidFill>
              <a:effectLst/>
              <a:uFillTx/>
              <a:latin typeface="Calibri Light"/>
            </a:endParaRP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pt-BR" sz="2000" b="0" u="none" strike="noStrike">
                <a:solidFill>
                  <a:srgbClr val="000000"/>
                </a:solidFill>
                <a:effectLst/>
                <a:uFillTx/>
                <a:latin typeface="Arial"/>
              </a:rPr>
              <a:t>Clique para editar o formato de notas</a:t>
            </a:r>
            <a:endParaRPr lang="pt-BR" sz="2000" b="0" u="none" strike="noStrike">
              <a:solidFill>
                <a:srgbClr val="000000"/>
              </a:solidFill>
              <a:effectLst/>
              <a:uFillTx/>
              <a:latin typeface="Arial"/>
            </a:endParaRPr>
          </a:p>
        </p:txBody>
      </p:sp>
      <p:sp>
        <p:nvSpPr>
          <p:cNvPr id="6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pt-BR" sz="1400" b="0" u="none" strike="noStrike">
                <a:solidFill>
                  <a:srgbClr val="000000"/>
                </a:solidFill>
                <a:effectLst/>
                <a:uFillTx/>
                <a:latin typeface="Times New Roman"/>
              </a:rPr>
              <a:t>&lt;cabeçalho&gt;</a:t>
            </a:r>
            <a:endParaRPr lang="pt-BR" sz="1400" b="0" u="none" strike="noStrike">
              <a:solidFill>
                <a:srgbClr val="000000"/>
              </a:solidFill>
              <a:effectLst/>
              <a:uFillTx/>
              <a:latin typeface="Times New Roman"/>
            </a:endParaRP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pt-BR" sz="1400" b="0" u="none" strike="noStrike">
                <a:solidFill>
                  <a:srgbClr val="000000"/>
                </a:solidFill>
                <a:effectLst/>
                <a:uFillTx/>
                <a:latin typeface="Times New Roman"/>
              </a:defRPr>
            </a:lvl1pPr>
          </a:lstStyle>
          <a:p>
            <a:pPr indent="0" algn="r">
              <a:buNone/>
            </a:pPr>
            <a:r>
              <a:rPr lang="pt-BR" sz="1400" b="0" u="none" strike="noStrike">
                <a:solidFill>
                  <a:srgbClr val="000000"/>
                </a:solidFill>
                <a:effectLst/>
                <a:uFillTx/>
                <a:latin typeface="Times New Roman"/>
              </a:rPr>
              <a:t>&lt;data/hora&gt;</a:t>
            </a:r>
            <a:endParaRPr lang="pt-BR" sz="1400" b="0" u="none" strike="noStrike">
              <a:solidFill>
                <a:srgbClr val="000000"/>
              </a:solidFill>
              <a:effectLst/>
              <a:uFillTx/>
              <a:latin typeface="Times New Roman"/>
            </a:endParaRP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pt-BR" sz="1400" b="0" u="none" strike="noStrike">
                <a:solidFill>
                  <a:srgbClr val="000000"/>
                </a:solidFill>
                <a:effectLst/>
                <a:uFillTx/>
                <a:latin typeface="Times New Roman"/>
              </a:defRPr>
            </a:lvl1pPr>
          </a:lstStyle>
          <a:p>
            <a:pPr indent="0" algn="l">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u="none" strike="noStrike">
                <a:solidFill>
                  <a:srgbClr val="000000"/>
                </a:solidFill>
                <a:effectLst/>
                <a:uFillTx/>
                <a:latin typeface="Times New Roman"/>
              </a:defRPr>
            </a:lvl1pPr>
          </a:lstStyle>
          <a:p>
            <a:pPr indent="0" algn="r">
              <a:buNone/>
            </a:pPr>
            <a:fld id="{2E4BDDB1-E74C-4E3F-8293-836235DC4EF9}" type="slidenum">
              <a:rPr lang="pt-BR" sz="1400" b="0" u="none" strike="noStrike">
                <a:solidFill>
                  <a:srgbClr val="000000"/>
                </a:solidFill>
                <a:effectLst/>
                <a:uFillTx/>
                <a:latin typeface="Times New Roman"/>
              </a:rPr>
              <a:t>&lt;número&gt;</a:t>
            </a:fld>
            <a:endParaRPr lang="pt-B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0" y="0"/>
            <a:ext cx="0" cy="0"/>
          </a:xfrm>
          <a:prstGeom prst="rect">
            <a:avLst/>
          </a:prstGeom>
          <a:ln w="0">
            <a:noFill/>
          </a:ln>
        </p:spPr>
      </p:sp>
      <p:sp>
        <p:nvSpPr>
          <p:cNvPr id="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pt-BR" sz="2000" b="0" u="none" strike="noStrike">
                <a:solidFill>
                  <a:srgbClr val="000000"/>
                </a:solidFill>
                <a:effectLst/>
                <a:uFillTx/>
                <a:latin typeface="Arial"/>
              </a:rPr>
              <a:t>Fontes de conteúdo:</a:t>
            </a:r>
            <a:endParaRPr lang="pt-BR" sz="2000" b="0" u="none" strike="noStrike">
              <a:solidFill>
                <a:srgbClr val="000000"/>
              </a:solidFill>
              <a:effectLst/>
              <a:uFillTx/>
              <a:latin typeface="Arial"/>
            </a:endParaRPr>
          </a:p>
          <a:p>
            <a:pPr indent="0" algn="l">
              <a:lnSpc>
                <a:spcPct val="100000"/>
              </a:lnSpc>
              <a:buNone/>
            </a:pPr>
            <a:r>
              <a:rPr lang="pt-BR" sz="2000" b="0" u="none" strike="noStrike">
                <a:solidFill>
                  <a:srgbClr val="000000"/>
                </a:solidFill>
                <a:effectLst/>
                <a:uFillTx/>
                <a:latin typeface="Arial"/>
              </a:rPr>
              <a:t>/home/rafael/Downloads/B2411550048.docx</a:t>
            </a:r>
            <a:endParaRPr lang="pt-BR" sz="2000" b="0" u="none" strike="noStrike">
              <a:solidFill>
                <a:srgbClr val="000000"/>
              </a:solidFill>
              <a:effectLst/>
              <a:uFillTx/>
              <a:latin typeface="Arial"/>
            </a:endParaRPr>
          </a:p>
          <a:p>
            <a:pPr indent="0" algn="l">
              <a:lnSpc>
                <a:spcPct val="100000"/>
              </a:lnSpc>
              <a:buNone/>
            </a:pPr>
            <a:r>
              <a:rPr lang="pt-BR" sz="2000" b="0" u="none" strike="noStrike">
                <a:solidFill>
                  <a:srgbClr val="000000"/>
                </a:solidFill>
                <a:effectLst/>
                <a:uFillTx/>
                <a:latin typeface="Arial"/>
              </a:rPr>
              <a:t>/home/rafael/Documentos/TCC-Teste2/Front-end para academia/README.md</a:t>
            </a:r>
            <a:endParaRPr lang="pt-BR" sz="2000" b="0" u="none" strike="noStrike">
              <a:solidFill>
                <a:srgbClr val="000000"/>
              </a:solidFill>
              <a:effectLst/>
              <a:uFillTx/>
              <a:latin typeface="Arial"/>
            </a:endParaRPr>
          </a:p>
          <a:p>
            <a:pPr indent="0" algn="l">
              <a:lnSpc>
                <a:spcPct val="100000"/>
              </a:lnSpc>
              <a:buNone/>
            </a:pPr>
            <a:r>
              <a:rPr lang="pt-BR" sz="2000" b="0" u="none" strike="noStrike">
                <a:solidFill>
                  <a:srgbClr val="000000"/>
                </a:solidFill>
                <a:effectLst/>
                <a:uFillTx/>
                <a:latin typeface="Arial"/>
              </a:rPr>
              <a:t>/home/rafael/Documentos/TCC-Teste2/Front-end para academia/docs/roteiro-validacao.md</a:t>
            </a:r>
            <a:endParaRPr lang="pt-BR" sz="2000" b="0" u="none" strike="noStrike">
              <a:solidFill>
                <a:srgbClr val="000000"/>
              </a:solidFill>
              <a:effectLst/>
              <a:uFillTx/>
              <a:latin typeface="Arial"/>
            </a:endParaRPr>
          </a:p>
          <a:p>
            <a:pPr indent="0" algn="l">
              <a:lnSpc>
                <a:spcPct val="100000"/>
              </a:lnSpc>
              <a:buNone/>
            </a:pPr>
            <a:r>
              <a:rPr lang="pt-BR" sz="2000" b="0" u="none" strike="noStrike">
                <a:solidFill>
                  <a:srgbClr val="000000"/>
                </a:solidFill>
                <a:effectLst/>
                <a:uFillTx/>
                <a:latin typeface="Arial"/>
              </a:rPr>
              <a:t>/home/rafael/Documentos/TCC-Teste2/Front-end para academia/docs/pix-mercado-pago.md</a:t>
            </a:r>
            <a:endParaRPr lang="pt-BR" sz="2000" b="0" u="none" strike="noStrike">
              <a:solidFill>
                <a:srgbClr val="000000"/>
              </a:solidFill>
              <a:effectLst/>
              <a:uFillTx/>
              <a:latin typeface="Arial"/>
            </a:endParaRPr>
          </a:p>
          <a:p>
            <a:pPr indent="0" algn="l">
              <a:lnSpc>
                <a:spcPct val="100000"/>
              </a:lnSpc>
              <a:buNone/>
            </a:pPr>
            <a:r>
              <a:rPr lang="pt-BR" sz="2000" b="0" u="none" strike="noStrike">
                <a:solidFill>
                  <a:srgbClr val="000000"/>
                </a:solidFill>
                <a:effectLst/>
                <a:uFillTx/>
                <a:latin typeface="Arial"/>
              </a:rPr>
              <a:t>A geometria, as cores e os tamanhos de fonte seguem o modelo original do banner.</a:t>
            </a:r>
            <a:endParaRPr lang="pt-BR" sz="2000" b="0" u="none" strike="noStrike">
              <a:solidFill>
                <a:srgbClr val="000000"/>
              </a:solidFill>
              <a:effectLst/>
              <a:uFillTx/>
              <a:latin typeface="Arial"/>
            </a:endParaRPr>
          </a:p>
        </p:txBody>
      </p:sp>
      <p:sp>
        <p:nvSpPr>
          <p:cNvPr id="83"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p>
            <a:pPr indent="0" algn="l">
              <a:buNone/>
            </a:pPr>
            <a:endParaRPr lang="pt-BR"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çã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231640" y="2300040"/>
            <a:ext cx="27943920" cy="8349840"/>
          </a:xfrm>
          <a:prstGeom prst="rect">
            <a:avLst/>
          </a:prstGeom>
          <a:noFill/>
          <a:ln w="0">
            <a:noFill/>
          </a:ln>
        </p:spPr>
        <p:txBody>
          <a:bodyPr lIns="91440" tIns="45720" rIns="91440" bIns="45720" anchor="ctr">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3" name="PlaceHolder 2"/>
          <p:cNvSpPr>
            <a:spLocks noGrp="1"/>
          </p:cNvSpPr>
          <p:nvPr>
            <p:ph type="body"/>
          </p:nvPr>
        </p:nvSpPr>
        <p:spPr>
          <a:xfrm>
            <a:off x="2231640" y="10590120"/>
            <a:ext cx="13705920" cy="5189760"/>
          </a:xfrm>
          <a:prstGeom prst="rect">
            <a:avLst/>
          </a:prstGeom>
          <a:noFill/>
          <a:ln w="0">
            <a:noFill/>
          </a:ln>
        </p:spPr>
        <p:txBody>
          <a:bodyPr lIns="91440" tIns="45720" rIns="91440" bIns="45720" anchor="b">
            <a:noAutofit/>
          </a:bodyPr>
          <a:lstStyle>
            <a:lvl1pPr indent="0" algn="l" defTabSz="3240000">
              <a:lnSpc>
                <a:spcPct val="90000"/>
              </a:lnSpc>
              <a:spcBef>
                <a:spcPts val="3543"/>
              </a:spcBef>
              <a:buNone/>
              <a:tabLst>
                <a:tab pos="0" algn="l"/>
              </a:tabLst>
              <a:defRPr lang="pt-BR" sz="8500" b="1" u="none" strike="noStrike">
                <a:solidFill>
                  <a:schemeClr val="dk1"/>
                </a:solidFill>
                <a:effectLst/>
                <a:uFillTx/>
                <a:latin typeface="Calibri"/>
                <a:ea typeface="Calibri"/>
              </a:defRPr>
            </a:lvl1pPr>
          </a:lstStyle>
          <a:p>
            <a:pPr indent="0" algn="l" defTabSz="3240000">
              <a:lnSpc>
                <a:spcPct val="90000"/>
              </a:lnSpc>
              <a:spcBef>
                <a:spcPts val="3543"/>
              </a:spcBef>
              <a:buNone/>
              <a:tabLst>
                <a:tab pos="0" algn="l"/>
              </a:tabLst>
            </a:pPr>
            <a:r>
              <a:rPr lang="pt-BR" sz="8500" b="1" u="none" strike="noStrike">
                <a:solidFill>
                  <a:schemeClr val="dk1"/>
                </a:solidFill>
                <a:effectLst/>
                <a:uFillTx/>
                <a:latin typeface="Calibri"/>
                <a:ea typeface="Calibri"/>
              </a:rPr>
              <a:t>Editar estilos de texto Mestre</a:t>
            </a:r>
            <a:endParaRPr lang="pt-BR" sz="8500" b="0" u="none" strike="noStrike">
              <a:solidFill>
                <a:schemeClr val="dk1"/>
              </a:solidFill>
              <a:effectLst/>
              <a:uFillTx/>
              <a:latin typeface="Calibri"/>
            </a:endParaRPr>
          </a:p>
        </p:txBody>
      </p:sp>
      <p:sp>
        <p:nvSpPr>
          <p:cNvPr id="4" name="PlaceHolder 3"/>
          <p:cNvSpPr>
            <a:spLocks noGrp="1"/>
          </p:cNvSpPr>
          <p:nvPr>
            <p:ph type="body"/>
          </p:nvPr>
        </p:nvSpPr>
        <p:spPr>
          <a:xfrm>
            <a:off x="2231640" y="15780240"/>
            <a:ext cx="13705920" cy="2320992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5" name="PlaceHolder 4"/>
          <p:cNvSpPr>
            <a:spLocks noGrp="1"/>
          </p:cNvSpPr>
          <p:nvPr>
            <p:ph type="body"/>
          </p:nvPr>
        </p:nvSpPr>
        <p:spPr>
          <a:xfrm>
            <a:off x="16402320" y="10590120"/>
            <a:ext cx="13773600" cy="5189760"/>
          </a:xfrm>
          <a:prstGeom prst="rect">
            <a:avLst/>
          </a:prstGeom>
          <a:noFill/>
          <a:ln w="0">
            <a:noFill/>
          </a:ln>
        </p:spPr>
        <p:txBody>
          <a:bodyPr lIns="91440" tIns="45720" rIns="91440" bIns="45720" anchor="b">
            <a:noAutofit/>
          </a:bodyPr>
          <a:lstStyle>
            <a:lvl1pPr indent="0" algn="l" defTabSz="3240000">
              <a:lnSpc>
                <a:spcPct val="90000"/>
              </a:lnSpc>
              <a:spcBef>
                <a:spcPts val="3543"/>
              </a:spcBef>
              <a:buNone/>
              <a:tabLst>
                <a:tab pos="0" algn="l"/>
              </a:tabLst>
              <a:defRPr lang="pt-BR" sz="8500" b="1" u="none" strike="noStrike">
                <a:solidFill>
                  <a:schemeClr val="dk1"/>
                </a:solidFill>
                <a:effectLst/>
                <a:uFillTx/>
                <a:latin typeface="Calibri"/>
                <a:ea typeface="Calibri"/>
              </a:defRPr>
            </a:lvl1pPr>
          </a:lstStyle>
          <a:p>
            <a:pPr indent="0" algn="l" defTabSz="3240000">
              <a:lnSpc>
                <a:spcPct val="90000"/>
              </a:lnSpc>
              <a:spcBef>
                <a:spcPts val="3543"/>
              </a:spcBef>
              <a:buNone/>
              <a:tabLst>
                <a:tab pos="0" algn="l"/>
              </a:tabLst>
            </a:pPr>
            <a:r>
              <a:rPr lang="pt-BR" sz="8500" b="1" u="none" strike="noStrike">
                <a:solidFill>
                  <a:schemeClr val="dk1"/>
                </a:solidFill>
                <a:effectLst/>
                <a:uFillTx/>
                <a:latin typeface="Calibri"/>
                <a:ea typeface="Calibri"/>
              </a:rPr>
              <a:t>Editar estilos de texto Mestre</a:t>
            </a:r>
            <a:endParaRPr lang="pt-BR" sz="8500" b="0" u="none" strike="noStrike">
              <a:solidFill>
                <a:schemeClr val="dk1"/>
              </a:solidFill>
              <a:effectLst/>
              <a:uFillTx/>
              <a:latin typeface="Calibri"/>
            </a:endParaRPr>
          </a:p>
        </p:txBody>
      </p:sp>
      <p:sp>
        <p:nvSpPr>
          <p:cNvPr id="6" name="PlaceHolder 5"/>
          <p:cNvSpPr>
            <a:spLocks noGrp="1"/>
          </p:cNvSpPr>
          <p:nvPr>
            <p:ph type="body"/>
          </p:nvPr>
        </p:nvSpPr>
        <p:spPr>
          <a:xfrm>
            <a:off x="16402320" y="15780240"/>
            <a:ext cx="13773600" cy="2320992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7" name="PlaceHolder 6"/>
          <p:cNvSpPr>
            <a:spLocks noGrp="1"/>
          </p:cNvSpPr>
          <p:nvPr>
            <p:ph type="dt" idx="1"/>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8" name="PlaceHolder 7"/>
          <p:cNvSpPr>
            <a:spLocks noGrp="1"/>
          </p:cNvSpPr>
          <p:nvPr>
            <p:ph type="ftr" idx="2"/>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9" name="PlaceHolder 8"/>
          <p:cNvSpPr>
            <a:spLocks noGrp="1"/>
          </p:cNvSpPr>
          <p:nvPr>
            <p:ph type="sldNum" idx="3"/>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A2C72EC0-2B17-4827-A4D8-25BAA129E056}"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e Texto Vertical">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2227320" y="2300040"/>
            <a:ext cx="27943920" cy="8349840"/>
          </a:xfrm>
          <a:prstGeom prst="rect">
            <a:avLst/>
          </a:prstGeom>
          <a:noFill/>
          <a:ln w="0">
            <a:noFill/>
          </a:ln>
        </p:spPr>
        <p:txBody>
          <a:bodyPr lIns="91440" tIns="45720" rIns="91440" bIns="45720" anchor="ctr">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11" name="PlaceHolder 2"/>
          <p:cNvSpPr>
            <a:spLocks noGrp="1"/>
          </p:cNvSpPr>
          <p:nvPr>
            <p:ph type="body"/>
          </p:nvPr>
        </p:nvSpPr>
        <p:spPr>
          <a:xfrm>
            <a:off x="2227320" y="11500200"/>
            <a:ext cx="27943920" cy="27410040"/>
          </a:xfrm>
          <a:prstGeom prst="rect">
            <a:avLst/>
          </a:prstGeom>
          <a:noFill/>
          <a:ln w="0">
            <a:noFill/>
          </a:ln>
        </p:spPr>
        <p:txBody>
          <a:bodyPr lIns="91440" tIns="45720" rIns="91440" bIns="45720" anchor="t" vert="eaVe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12" name="PlaceHolder 3"/>
          <p:cNvSpPr>
            <a:spLocks noGrp="1"/>
          </p:cNvSpPr>
          <p:nvPr>
            <p:ph type="dt" idx="4"/>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13" name="PlaceHolder 4"/>
          <p:cNvSpPr>
            <a:spLocks noGrp="1"/>
          </p:cNvSpPr>
          <p:nvPr>
            <p:ph type="ftr" idx="5"/>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4" name="PlaceHolder 5"/>
          <p:cNvSpPr>
            <a:spLocks noGrp="1"/>
          </p:cNvSpPr>
          <p:nvPr>
            <p:ph type="sldNum" idx="6"/>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E6A0FBDA-0AD5-47C9-B193-5EA5BAFE4F41}"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e Conteúdo">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2227320" y="2300040"/>
            <a:ext cx="27943920" cy="8349840"/>
          </a:xfrm>
          <a:prstGeom prst="rect">
            <a:avLst/>
          </a:prstGeom>
          <a:noFill/>
          <a:ln w="0">
            <a:noFill/>
          </a:ln>
        </p:spPr>
        <p:txBody>
          <a:bodyPr lIns="91440" tIns="45720" rIns="91440" bIns="45720" anchor="ctr">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16" name="PlaceHolder 2"/>
          <p:cNvSpPr>
            <a:spLocks noGrp="1"/>
          </p:cNvSpPr>
          <p:nvPr>
            <p:ph type="body"/>
          </p:nvPr>
        </p:nvSpPr>
        <p:spPr>
          <a:xfrm>
            <a:off x="2227320" y="11500200"/>
            <a:ext cx="27943920" cy="2741004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17" name="PlaceHolder 3"/>
          <p:cNvSpPr>
            <a:spLocks noGrp="1"/>
          </p:cNvSpPr>
          <p:nvPr>
            <p:ph type="dt" idx="7"/>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18" name="PlaceHolder 4"/>
          <p:cNvSpPr>
            <a:spLocks noGrp="1"/>
          </p:cNvSpPr>
          <p:nvPr>
            <p:ph type="ftr" idx="8"/>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19" name="PlaceHolder 5"/>
          <p:cNvSpPr>
            <a:spLocks noGrp="1"/>
          </p:cNvSpPr>
          <p:nvPr>
            <p:ph type="sldNum" idx="9"/>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24C16E90-77CC-41FE-846C-7547D1CD982D}"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exto e Título Vertical">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23185800" y="2300040"/>
            <a:ext cx="6985800" cy="36610200"/>
          </a:xfrm>
          <a:prstGeom prst="rect">
            <a:avLst/>
          </a:prstGeom>
          <a:noFill/>
          <a:ln w="0">
            <a:noFill/>
          </a:ln>
        </p:spPr>
        <p:txBody>
          <a:bodyPr lIns="91440" tIns="45720" rIns="91440" bIns="45720" anchor="ctr" vert="eaVert">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21" name="PlaceHolder 2"/>
          <p:cNvSpPr>
            <a:spLocks noGrp="1"/>
          </p:cNvSpPr>
          <p:nvPr>
            <p:ph type="body"/>
          </p:nvPr>
        </p:nvSpPr>
        <p:spPr>
          <a:xfrm>
            <a:off x="2227320" y="2300040"/>
            <a:ext cx="20552760" cy="36610200"/>
          </a:xfrm>
          <a:prstGeom prst="rect">
            <a:avLst/>
          </a:prstGeom>
          <a:noFill/>
          <a:ln w="0">
            <a:noFill/>
          </a:ln>
        </p:spPr>
        <p:txBody>
          <a:bodyPr lIns="91440" tIns="45720" rIns="91440" bIns="45720" anchor="t" vert="eaVe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22" name="PlaceHolder 3"/>
          <p:cNvSpPr>
            <a:spLocks noGrp="1"/>
          </p:cNvSpPr>
          <p:nvPr>
            <p:ph type="dt" idx="10"/>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23" name="PlaceHolder 4"/>
          <p:cNvSpPr>
            <a:spLocks noGrp="1"/>
          </p:cNvSpPr>
          <p:nvPr>
            <p:ph type="ftr" idx="11"/>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24" name="PlaceHolder 5"/>
          <p:cNvSpPr>
            <a:spLocks noGrp="1"/>
          </p:cNvSpPr>
          <p:nvPr>
            <p:ph type="sldNum" idx="12"/>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80D32CD3-EFD7-480E-A86D-D34CAEE60441}"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as Partes de Conteúdo">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2227320" y="2300040"/>
            <a:ext cx="27943920" cy="8349840"/>
          </a:xfrm>
          <a:prstGeom prst="rect">
            <a:avLst/>
          </a:prstGeom>
          <a:noFill/>
          <a:ln w="0">
            <a:noFill/>
          </a:ln>
        </p:spPr>
        <p:txBody>
          <a:bodyPr lIns="91440" tIns="45720" rIns="91440" bIns="45720" anchor="ctr">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26" name="PlaceHolder 2"/>
          <p:cNvSpPr>
            <a:spLocks noGrp="1"/>
          </p:cNvSpPr>
          <p:nvPr>
            <p:ph type="body"/>
          </p:nvPr>
        </p:nvSpPr>
        <p:spPr>
          <a:xfrm>
            <a:off x="2227320" y="11500200"/>
            <a:ext cx="13769280" cy="2741004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27" name="PlaceHolder 3"/>
          <p:cNvSpPr>
            <a:spLocks noGrp="1"/>
          </p:cNvSpPr>
          <p:nvPr>
            <p:ph type="body"/>
          </p:nvPr>
        </p:nvSpPr>
        <p:spPr>
          <a:xfrm>
            <a:off x="16402320" y="11500200"/>
            <a:ext cx="13769280" cy="2741004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992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63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9920" b="0" u="none" strike="noStrike">
                <a:solidFill>
                  <a:schemeClr val="dk1"/>
                </a:solidFill>
                <a:effectLst/>
                <a:uFillTx/>
                <a:latin typeface="Calibri"/>
                <a:ea typeface="Calibri"/>
              </a:rPr>
              <a:t>Editar estilos de texto Mestre</a:t>
            </a:r>
            <a:endParaRPr lang="pt-BR" sz="992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Segundo nível</a:t>
            </a:r>
            <a:endParaRPr lang="pt-BR" sz="850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Terceiro nível</a:t>
            </a:r>
            <a:endParaRPr lang="pt-BR" sz="708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Quarto nível</a:t>
            </a:r>
            <a:endParaRPr lang="pt-BR" sz="63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6380" b="0" u="none" strike="noStrike">
                <a:solidFill>
                  <a:schemeClr val="dk1"/>
                </a:solidFill>
                <a:effectLst/>
                <a:uFillTx/>
                <a:latin typeface="Calibri"/>
                <a:ea typeface="Calibri"/>
              </a:rPr>
              <a:t>Quinto nível</a:t>
            </a:r>
            <a:endParaRPr lang="pt-BR" sz="6380" b="0" u="none" strike="noStrike">
              <a:solidFill>
                <a:schemeClr val="dk1"/>
              </a:solidFill>
              <a:effectLst/>
              <a:uFillTx/>
              <a:latin typeface="Calibri"/>
            </a:endParaRPr>
          </a:p>
        </p:txBody>
      </p:sp>
      <p:sp>
        <p:nvSpPr>
          <p:cNvPr id="28" name="PlaceHolder 4"/>
          <p:cNvSpPr>
            <a:spLocks noGrp="1"/>
          </p:cNvSpPr>
          <p:nvPr>
            <p:ph type="dt" idx="13"/>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29" name="PlaceHolder 5"/>
          <p:cNvSpPr>
            <a:spLocks noGrp="1"/>
          </p:cNvSpPr>
          <p:nvPr>
            <p:ph type="ftr" idx="14"/>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0" name="PlaceHolder 6"/>
          <p:cNvSpPr>
            <a:spLocks noGrp="1"/>
          </p:cNvSpPr>
          <p:nvPr>
            <p:ph type="sldNum" idx="15"/>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3D947FB4-CA93-48B5-88D0-E705560706A8}"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beçalho da Seção">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2210400" y="10770120"/>
            <a:ext cx="27943920" cy="17969760"/>
          </a:xfrm>
          <a:prstGeom prst="rect">
            <a:avLst/>
          </a:prstGeom>
          <a:noFill/>
          <a:ln w="0">
            <a:noFill/>
          </a:ln>
        </p:spPr>
        <p:txBody>
          <a:bodyPr lIns="91440" tIns="45720" rIns="91440" bIns="45720" anchor="b">
            <a:noAutofit/>
          </a:bodyPr>
          <a:lstStyle>
            <a:lvl1pPr indent="0" algn="l" defTabSz="3240000">
              <a:lnSpc>
                <a:spcPct val="90000"/>
              </a:lnSpc>
              <a:buNone/>
              <a:defRPr lang="pt-BR" sz="21260" b="0" u="none" strike="noStrike">
                <a:solidFill>
                  <a:schemeClr val="dk1"/>
                </a:solidFill>
                <a:effectLst/>
                <a:uFillTx/>
                <a:latin typeface="Calibri Light"/>
                <a:ea typeface="Calibri Light"/>
              </a:defRPr>
            </a:lvl1pPr>
          </a:lstStyle>
          <a:p>
            <a:pPr indent="0" algn="l" defTabSz="3240000">
              <a:lnSpc>
                <a:spcPct val="90000"/>
              </a:lnSpc>
              <a:buNone/>
            </a:pPr>
            <a:r>
              <a:rPr lang="pt-BR" sz="21260" b="0" u="none" strike="noStrike">
                <a:solidFill>
                  <a:schemeClr val="dk1"/>
                </a:solidFill>
                <a:effectLst/>
                <a:uFillTx/>
                <a:latin typeface="Calibri Light"/>
                <a:ea typeface="Calibri Light"/>
              </a:rPr>
              <a:t>Clique para editar o título Mestre</a:t>
            </a:r>
            <a:endParaRPr lang="pt-BR" sz="21260" b="0" u="none" strike="noStrike">
              <a:solidFill>
                <a:schemeClr val="dk1"/>
              </a:solidFill>
              <a:effectLst/>
              <a:uFillTx/>
              <a:latin typeface="Calibri Light"/>
            </a:endParaRPr>
          </a:p>
        </p:txBody>
      </p:sp>
      <p:sp>
        <p:nvSpPr>
          <p:cNvPr id="32" name="PlaceHolder 2"/>
          <p:cNvSpPr>
            <a:spLocks noGrp="1"/>
          </p:cNvSpPr>
          <p:nvPr>
            <p:ph type="body"/>
          </p:nvPr>
        </p:nvSpPr>
        <p:spPr>
          <a:xfrm>
            <a:off x="2210400" y="28910520"/>
            <a:ext cx="27943920" cy="9449640"/>
          </a:xfrm>
          <a:prstGeom prst="rect">
            <a:avLst/>
          </a:prstGeom>
          <a:noFill/>
          <a:ln w="0">
            <a:noFill/>
          </a:ln>
        </p:spPr>
        <p:txBody>
          <a:bodyPr lIns="91440" tIns="45720" rIns="91440" bIns="45720" anchor="t">
            <a:noAutofit/>
          </a:bodyPr>
          <a:lstStyle>
            <a:lvl1pPr indent="0" algn="l" defTabSz="3240000">
              <a:lnSpc>
                <a:spcPct val="90000"/>
              </a:lnSpc>
              <a:spcBef>
                <a:spcPts val="3543"/>
              </a:spcBef>
              <a:buNone/>
              <a:tabLst>
                <a:tab pos="0" algn="l"/>
              </a:tabLst>
              <a:defRPr lang="pt-BR" sz="8500" b="0" u="none" strike="noStrike">
                <a:solidFill>
                  <a:schemeClr val="dk1"/>
                </a:solidFill>
                <a:effectLst/>
                <a:uFillTx/>
                <a:latin typeface="Calibri"/>
                <a:ea typeface="Calibri"/>
              </a:defRPr>
            </a:lvl1pPr>
          </a:lstStyle>
          <a:p>
            <a:pPr indent="0" algn="l" defTabSz="3240000">
              <a:lnSpc>
                <a:spcPct val="90000"/>
              </a:lnSpc>
              <a:spcBef>
                <a:spcPts val="3543"/>
              </a:spcBef>
              <a:buNone/>
              <a:tabLst>
                <a:tab pos="0" algn="l"/>
              </a:tabLst>
            </a:pPr>
            <a:r>
              <a:rPr lang="pt-BR" sz="8500" b="0" u="none" strike="noStrike">
                <a:solidFill>
                  <a:schemeClr val="dk1"/>
                </a:solidFill>
                <a:effectLst/>
                <a:uFillTx/>
                <a:latin typeface="Calibri"/>
                <a:ea typeface="Calibri"/>
              </a:rPr>
              <a:t>Editar estilos de texto Mestre</a:t>
            </a:r>
            <a:endParaRPr lang="pt-BR" sz="8500" b="0" u="none" strike="noStrike">
              <a:solidFill>
                <a:schemeClr val="dk1"/>
              </a:solidFill>
              <a:effectLst/>
              <a:uFillTx/>
              <a:latin typeface="Calibri"/>
            </a:endParaRPr>
          </a:p>
        </p:txBody>
      </p:sp>
      <p:sp>
        <p:nvSpPr>
          <p:cNvPr id="33" name="PlaceHolder 3"/>
          <p:cNvSpPr>
            <a:spLocks noGrp="1"/>
          </p:cNvSpPr>
          <p:nvPr>
            <p:ph type="dt" idx="16"/>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34" name="PlaceHolder 4"/>
          <p:cNvSpPr>
            <a:spLocks noGrp="1"/>
          </p:cNvSpPr>
          <p:nvPr>
            <p:ph type="ftr" idx="17"/>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35" name="PlaceHolder 5"/>
          <p:cNvSpPr>
            <a:spLocks noGrp="1"/>
          </p:cNvSpPr>
          <p:nvPr>
            <p:ph type="sldNum" idx="18"/>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23894F65-C789-43C8-8A7D-C12B6583616A}"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údo com Legenda">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231640" y="2880000"/>
            <a:ext cx="10449360" cy="10079640"/>
          </a:xfrm>
          <a:prstGeom prst="rect">
            <a:avLst/>
          </a:prstGeom>
          <a:noFill/>
          <a:ln w="0">
            <a:noFill/>
          </a:ln>
        </p:spPr>
        <p:txBody>
          <a:bodyPr lIns="91440" tIns="45720" rIns="91440" bIns="45720" anchor="b">
            <a:noAutofit/>
          </a:bodyPr>
          <a:lstStyle>
            <a:lvl1pPr indent="0" algn="l" defTabSz="3240000">
              <a:lnSpc>
                <a:spcPct val="90000"/>
              </a:lnSpc>
              <a:buNone/>
              <a:defRPr lang="pt-BR" sz="11340" b="0" u="none" strike="noStrike">
                <a:solidFill>
                  <a:schemeClr val="dk1"/>
                </a:solidFill>
                <a:effectLst/>
                <a:uFillTx/>
                <a:latin typeface="Calibri Light"/>
                <a:ea typeface="Calibri Light"/>
              </a:defRPr>
            </a:lvl1pPr>
          </a:lstStyle>
          <a:p>
            <a:pPr indent="0" algn="l" defTabSz="3240000">
              <a:lnSpc>
                <a:spcPct val="90000"/>
              </a:lnSpc>
              <a:buNone/>
            </a:pPr>
            <a:r>
              <a:rPr lang="pt-BR" sz="11340" b="0" u="none" strike="noStrike">
                <a:solidFill>
                  <a:schemeClr val="dk1"/>
                </a:solidFill>
                <a:effectLst/>
                <a:uFillTx/>
                <a:latin typeface="Calibri Light"/>
                <a:ea typeface="Calibri Light"/>
              </a:rPr>
              <a:t>Clique para editar o título Mestre</a:t>
            </a:r>
            <a:endParaRPr lang="pt-BR" sz="11340" b="0" u="none" strike="noStrike">
              <a:solidFill>
                <a:schemeClr val="dk1"/>
              </a:solidFill>
              <a:effectLst/>
              <a:uFillTx/>
              <a:latin typeface="Calibri Light"/>
            </a:endParaRPr>
          </a:p>
        </p:txBody>
      </p:sp>
      <p:sp>
        <p:nvSpPr>
          <p:cNvPr id="37" name="PlaceHolder 2"/>
          <p:cNvSpPr>
            <a:spLocks noGrp="1"/>
          </p:cNvSpPr>
          <p:nvPr>
            <p:ph type="body"/>
          </p:nvPr>
        </p:nvSpPr>
        <p:spPr>
          <a:xfrm>
            <a:off x="13773960" y="6220080"/>
            <a:ext cx="16401960" cy="30700080"/>
          </a:xfrm>
          <a:prstGeom prst="rect">
            <a:avLst/>
          </a:prstGeom>
          <a:noFill/>
          <a:ln w="0">
            <a:noFill/>
          </a:ln>
        </p:spPr>
        <p:txBody>
          <a:bodyPr lIns="91440" tIns="45720" rIns="91440" bIns="45720" anchor="t">
            <a:noAutofit/>
          </a:bodyPr>
          <a:lstStyle>
            <a:lvl1pPr marL="810000" indent="-810000" algn="l" defTabSz="3240000">
              <a:lnSpc>
                <a:spcPct val="90000"/>
              </a:lnSpc>
              <a:spcBef>
                <a:spcPts val="3543"/>
              </a:spcBef>
              <a:buNone/>
              <a:tabLst>
                <a:tab pos="0" algn="l"/>
              </a:tabLst>
              <a:defRPr lang="pt-BR" sz="11340" b="0" u="none" strike="noStrike">
                <a:solidFill>
                  <a:schemeClr val="dk1"/>
                </a:solidFill>
                <a:effectLst/>
                <a:uFillTx/>
                <a:latin typeface="Calibri"/>
                <a:ea typeface="Calibri"/>
              </a:defRPr>
            </a:lvl1pPr>
            <a:lvl2pPr marL="2430000" indent="-810000" algn="l" defTabSz="3240000">
              <a:lnSpc>
                <a:spcPct val="90000"/>
              </a:lnSpc>
              <a:spcBef>
                <a:spcPts val="1772"/>
              </a:spcBef>
              <a:buNone/>
              <a:tabLst>
                <a:tab pos="0" algn="l"/>
              </a:tabLst>
              <a:defRPr lang="pt-BR" sz="9920" b="0" u="none" strike="noStrike">
                <a:solidFill>
                  <a:schemeClr val="dk1"/>
                </a:solidFill>
                <a:effectLst/>
                <a:uFillTx/>
                <a:latin typeface="Calibri"/>
                <a:ea typeface="Calibri"/>
              </a:defRPr>
            </a:lvl2pPr>
            <a:lvl3pPr marL="4050000" indent="-810000" algn="l" defTabSz="3240000">
              <a:lnSpc>
                <a:spcPct val="90000"/>
              </a:lnSpc>
              <a:spcBef>
                <a:spcPts val="1772"/>
              </a:spcBef>
              <a:buNone/>
              <a:tabLst>
                <a:tab pos="0" algn="l"/>
              </a:tabLst>
              <a:defRPr lang="pt-BR" sz="8500" b="0" u="none" strike="noStrike">
                <a:solidFill>
                  <a:schemeClr val="dk1"/>
                </a:solidFill>
                <a:effectLst/>
                <a:uFillTx/>
                <a:latin typeface="Calibri"/>
                <a:ea typeface="Calibri"/>
              </a:defRPr>
            </a:lvl3pPr>
            <a:lvl4pPr marL="567000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4pPr>
            <a:lvl5pPr marL="7289640" indent="-810000" algn="l" defTabSz="3240000">
              <a:lnSpc>
                <a:spcPct val="90000"/>
              </a:lnSpc>
              <a:spcBef>
                <a:spcPts val="1772"/>
              </a:spcBef>
              <a:buNone/>
              <a:tabLst>
                <a:tab pos="0" algn="l"/>
              </a:tabLst>
              <a:defRPr lang="pt-BR" sz="7080" b="0" u="none" strike="noStrike">
                <a:solidFill>
                  <a:schemeClr val="dk1"/>
                </a:solidFill>
                <a:effectLst/>
                <a:uFillTx/>
                <a:latin typeface="Calibri"/>
                <a:ea typeface="Calibri"/>
              </a:defRPr>
            </a:lvl5pPr>
          </a:lstStyle>
          <a:p>
            <a:pPr marL="810000" indent="-810000" algn="l" defTabSz="3240000">
              <a:lnSpc>
                <a:spcPct val="90000"/>
              </a:lnSpc>
              <a:spcBef>
                <a:spcPts val="3543"/>
              </a:spcBef>
              <a:buNone/>
              <a:tabLst>
                <a:tab pos="0" algn="l"/>
              </a:tabLst>
            </a:pPr>
            <a:r>
              <a:rPr lang="pt-BR" sz="11340" b="0" u="none" strike="noStrike">
                <a:solidFill>
                  <a:schemeClr val="dk1"/>
                </a:solidFill>
                <a:effectLst/>
                <a:uFillTx/>
                <a:latin typeface="Calibri"/>
                <a:ea typeface="Calibri"/>
              </a:rPr>
              <a:t>Editar estilos de texto Mestre</a:t>
            </a:r>
            <a:endParaRPr lang="pt-BR" sz="11340" b="0" u="none" strike="noStrike">
              <a:solidFill>
                <a:schemeClr val="dk1"/>
              </a:solidFill>
              <a:effectLst/>
              <a:uFillTx/>
              <a:latin typeface="Calibri"/>
            </a:endParaRPr>
          </a:p>
          <a:p>
            <a:pPr marL="2430000" indent="-810000" algn="l" defTabSz="3240000">
              <a:lnSpc>
                <a:spcPct val="90000"/>
              </a:lnSpc>
              <a:spcBef>
                <a:spcPts val="1772"/>
              </a:spcBef>
              <a:buNone/>
              <a:tabLst>
                <a:tab pos="0" algn="l"/>
              </a:tabLst>
            </a:pPr>
            <a:r>
              <a:rPr lang="pt-BR" sz="9920" b="0" u="none" strike="noStrike">
                <a:solidFill>
                  <a:schemeClr val="dk1"/>
                </a:solidFill>
                <a:effectLst/>
                <a:uFillTx/>
                <a:latin typeface="Calibri"/>
                <a:ea typeface="Calibri"/>
              </a:rPr>
              <a:t>Segundo nível</a:t>
            </a:r>
            <a:endParaRPr lang="pt-BR" sz="9920" b="0" u="none" strike="noStrike">
              <a:solidFill>
                <a:schemeClr val="dk1"/>
              </a:solidFill>
              <a:effectLst/>
              <a:uFillTx/>
              <a:latin typeface="Calibri"/>
            </a:endParaRPr>
          </a:p>
          <a:p>
            <a:pPr marL="4050000" indent="-810000" algn="l" defTabSz="3240000">
              <a:lnSpc>
                <a:spcPct val="90000"/>
              </a:lnSpc>
              <a:spcBef>
                <a:spcPts val="1772"/>
              </a:spcBef>
              <a:buNone/>
              <a:tabLst>
                <a:tab pos="0" algn="l"/>
              </a:tabLst>
            </a:pPr>
            <a:r>
              <a:rPr lang="pt-BR" sz="8500" b="0" u="none" strike="noStrike">
                <a:solidFill>
                  <a:schemeClr val="dk1"/>
                </a:solidFill>
                <a:effectLst/>
                <a:uFillTx/>
                <a:latin typeface="Calibri"/>
                <a:ea typeface="Calibri"/>
              </a:rPr>
              <a:t>Terceiro nível</a:t>
            </a:r>
            <a:endParaRPr lang="pt-BR" sz="8500" b="0" u="none" strike="noStrike">
              <a:solidFill>
                <a:schemeClr val="dk1"/>
              </a:solidFill>
              <a:effectLst/>
              <a:uFillTx/>
              <a:latin typeface="Calibri"/>
            </a:endParaRPr>
          </a:p>
          <a:p>
            <a:pPr marL="567000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Quarto nível</a:t>
            </a:r>
            <a:endParaRPr lang="pt-BR" sz="7080" b="0" u="none" strike="noStrike">
              <a:solidFill>
                <a:schemeClr val="dk1"/>
              </a:solidFill>
              <a:effectLst/>
              <a:uFillTx/>
              <a:latin typeface="Calibri"/>
            </a:endParaRPr>
          </a:p>
          <a:p>
            <a:pPr marL="7289640" indent="-810000" algn="l" defTabSz="3240000">
              <a:lnSpc>
                <a:spcPct val="90000"/>
              </a:lnSpc>
              <a:spcBef>
                <a:spcPts val="1772"/>
              </a:spcBef>
              <a:buNone/>
              <a:tabLst>
                <a:tab pos="0" algn="l"/>
              </a:tabLst>
            </a:pPr>
            <a:r>
              <a:rPr lang="pt-BR" sz="7080" b="0" u="none" strike="noStrike">
                <a:solidFill>
                  <a:schemeClr val="dk1"/>
                </a:solidFill>
                <a:effectLst/>
                <a:uFillTx/>
                <a:latin typeface="Calibri"/>
                <a:ea typeface="Calibri"/>
              </a:rPr>
              <a:t>Quinto nível</a:t>
            </a:r>
            <a:endParaRPr lang="pt-BR" sz="7080" b="0" u="none" strike="noStrike">
              <a:solidFill>
                <a:schemeClr val="dk1"/>
              </a:solidFill>
              <a:effectLst/>
              <a:uFillTx/>
              <a:latin typeface="Calibri"/>
            </a:endParaRPr>
          </a:p>
        </p:txBody>
      </p:sp>
      <p:sp>
        <p:nvSpPr>
          <p:cNvPr id="38" name="PlaceHolder 3"/>
          <p:cNvSpPr>
            <a:spLocks noGrp="1"/>
          </p:cNvSpPr>
          <p:nvPr>
            <p:ph type="body"/>
          </p:nvPr>
        </p:nvSpPr>
        <p:spPr>
          <a:xfrm>
            <a:off x="2231640" y="12960360"/>
            <a:ext cx="10449360" cy="24009840"/>
          </a:xfrm>
          <a:prstGeom prst="rect">
            <a:avLst/>
          </a:prstGeom>
          <a:noFill/>
          <a:ln w="0">
            <a:noFill/>
          </a:ln>
        </p:spPr>
        <p:txBody>
          <a:bodyPr lIns="91440" tIns="45720" rIns="91440" bIns="45720" anchor="t">
            <a:noAutofit/>
          </a:bodyPr>
          <a:lstStyle>
            <a:lvl1pPr indent="0" algn="l" defTabSz="3240000">
              <a:lnSpc>
                <a:spcPct val="90000"/>
              </a:lnSpc>
              <a:spcBef>
                <a:spcPts val="3543"/>
              </a:spcBef>
              <a:buNone/>
              <a:tabLst>
                <a:tab pos="0" algn="l"/>
              </a:tabLst>
              <a:defRPr lang="pt-BR" sz="5670" b="0" u="none" strike="noStrike">
                <a:solidFill>
                  <a:schemeClr val="dk1"/>
                </a:solidFill>
                <a:effectLst/>
                <a:uFillTx/>
                <a:latin typeface="Calibri"/>
                <a:ea typeface="Calibri"/>
              </a:defRPr>
            </a:lvl1pPr>
          </a:lstStyle>
          <a:p>
            <a:pPr indent="0" algn="l" defTabSz="3240000">
              <a:lnSpc>
                <a:spcPct val="90000"/>
              </a:lnSpc>
              <a:spcBef>
                <a:spcPts val="3543"/>
              </a:spcBef>
              <a:buNone/>
              <a:tabLst>
                <a:tab pos="0" algn="l"/>
              </a:tabLst>
            </a:pPr>
            <a:r>
              <a:rPr lang="pt-BR" sz="5670" b="0" u="none" strike="noStrike">
                <a:solidFill>
                  <a:schemeClr val="dk1"/>
                </a:solidFill>
                <a:effectLst/>
                <a:uFillTx/>
                <a:latin typeface="Calibri"/>
                <a:ea typeface="Calibri"/>
              </a:rPr>
              <a:t>Editar estilos de texto Mestre</a:t>
            </a:r>
            <a:endParaRPr lang="pt-BR" sz="5670" b="0" u="none" strike="noStrike">
              <a:solidFill>
                <a:schemeClr val="dk1"/>
              </a:solidFill>
              <a:effectLst/>
              <a:uFillTx/>
              <a:latin typeface="Calibri"/>
            </a:endParaRPr>
          </a:p>
        </p:txBody>
      </p:sp>
      <p:sp>
        <p:nvSpPr>
          <p:cNvPr id="39" name="PlaceHolder 4"/>
          <p:cNvSpPr>
            <a:spLocks noGrp="1"/>
          </p:cNvSpPr>
          <p:nvPr>
            <p:ph type="dt" idx="19"/>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40" name="PlaceHolder 5"/>
          <p:cNvSpPr>
            <a:spLocks noGrp="1"/>
          </p:cNvSpPr>
          <p:nvPr>
            <p:ph type="ftr" idx="20"/>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1" name="PlaceHolder 6"/>
          <p:cNvSpPr>
            <a:spLocks noGrp="1"/>
          </p:cNvSpPr>
          <p:nvPr>
            <p:ph type="sldNum" idx="21"/>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CEDB973C-0390-479D-9E42-223EF7DAFEFC}"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mente Título">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2227320" y="2300040"/>
            <a:ext cx="27943920" cy="8349840"/>
          </a:xfrm>
          <a:prstGeom prst="rect">
            <a:avLst/>
          </a:prstGeom>
          <a:noFill/>
          <a:ln w="0">
            <a:noFill/>
          </a:ln>
        </p:spPr>
        <p:txBody>
          <a:bodyPr lIns="91440" tIns="45720" rIns="91440" bIns="45720" anchor="ctr">
            <a:noAutofit/>
          </a:bodyPr>
          <a:lstStyle>
            <a:lvl1pPr indent="0" algn="l" defTabSz="3240000">
              <a:lnSpc>
                <a:spcPct val="90000"/>
              </a:lnSpc>
              <a:buNone/>
              <a:defRPr lang="pt-BR" sz="15589" b="0" u="none" strike="noStrike">
                <a:solidFill>
                  <a:schemeClr val="dk1"/>
                </a:solidFill>
                <a:effectLst/>
                <a:uFillTx/>
                <a:latin typeface="Calibri Light"/>
                <a:ea typeface="Calibri Light"/>
              </a:defRPr>
            </a:lvl1pPr>
          </a:lstStyle>
          <a:p>
            <a:pPr indent="0" algn="l" defTabSz="3240000">
              <a:lnSpc>
                <a:spcPct val="90000"/>
              </a:lnSpc>
              <a:buNone/>
            </a:pPr>
            <a:r>
              <a:rPr lang="pt-BR" sz="15589" b="0" u="none" strike="noStrike">
                <a:solidFill>
                  <a:schemeClr val="dk1"/>
                </a:solidFill>
                <a:effectLst/>
                <a:uFillTx/>
                <a:latin typeface="Calibri Light"/>
                <a:ea typeface="Calibri Light"/>
              </a:rPr>
              <a:t>Clique para editar o título Mestre</a:t>
            </a:r>
            <a:endParaRPr lang="pt-BR" sz="15589" b="0" u="none" strike="noStrike">
              <a:solidFill>
                <a:schemeClr val="dk1"/>
              </a:solidFill>
              <a:effectLst/>
              <a:uFillTx/>
              <a:latin typeface="Calibri Light"/>
            </a:endParaRPr>
          </a:p>
        </p:txBody>
      </p:sp>
      <p:sp>
        <p:nvSpPr>
          <p:cNvPr id="43" name="PlaceHolder 2"/>
          <p:cNvSpPr>
            <a:spLocks noGrp="1"/>
          </p:cNvSpPr>
          <p:nvPr>
            <p:ph type="dt" idx="22"/>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44" name="PlaceHolder 3"/>
          <p:cNvSpPr>
            <a:spLocks noGrp="1"/>
          </p:cNvSpPr>
          <p:nvPr>
            <p:ph type="ftr" idx="23"/>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5" name="PlaceHolder 4"/>
          <p:cNvSpPr>
            <a:spLocks noGrp="1"/>
          </p:cNvSpPr>
          <p:nvPr>
            <p:ph type="sldNum" idx="24"/>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5E0CAF66-98DD-4C03-BA64-E1EBB27F56BF}"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lide de Título">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2430000" y="7070040"/>
            <a:ext cx="27538920" cy="15039720"/>
          </a:xfrm>
          <a:prstGeom prst="rect">
            <a:avLst/>
          </a:prstGeom>
          <a:noFill/>
          <a:ln w="0">
            <a:noFill/>
          </a:ln>
        </p:spPr>
        <p:txBody>
          <a:bodyPr lIns="91440" tIns="45720" rIns="91440" bIns="45720" anchor="b">
            <a:noAutofit/>
          </a:bodyPr>
          <a:lstStyle>
            <a:lvl1pPr indent="0" algn="ctr" defTabSz="3240000">
              <a:lnSpc>
                <a:spcPct val="90000"/>
              </a:lnSpc>
              <a:buNone/>
              <a:defRPr lang="pt-BR" sz="21260" b="0" u="none" strike="noStrike">
                <a:solidFill>
                  <a:schemeClr val="dk1"/>
                </a:solidFill>
                <a:effectLst/>
                <a:uFillTx/>
                <a:latin typeface="Calibri Light"/>
                <a:ea typeface="Calibri Light"/>
              </a:defRPr>
            </a:lvl1pPr>
          </a:lstStyle>
          <a:p>
            <a:pPr indent="0" algn="ctr" defTabSz="3240000">
              <a:lnSpc>
                <a:spcPct val="90000"/>
              </a:lnSpc>
              <a:buNone/>
            </a:pPr>
            <a:r>
              <a:rPr lang="pt-BR" sz="21260" b="0" u="none" strike="noStrike">
                <a:solidFill>
                  <a:schemeClr val="dk1"/>
                </a:solidFill>
                <a:effectLst/>
                <a:uFillTx/>
                <a:latin typeface="Calibri Light"/>
                <a:ea typeface="Calibri Light"/>
              </a:rPr>
              <a:t>Clique para editar o título Mestre</a:t>
            </a:r>
            <a:endParaRPr lang="pt-BR" sz="21260" b="0" u="none" strike="noStrike">
              <a:solidFill>
                <a:schemeClr val="dk1"/>
              </a:solidFill>
              <a:effectLst/>
              <a:uFillTx/>
              <a:latin typeface="Calibri Light"/>
            </a:endParaRPr>
          </a:p>
        </p:txBody>
      </p:sp>
      <p:sp>
        <p:nvSpPr>
          <p:cNvPr id="47" name="PlaceHolder 2"/>
          <p:cNvSpPr>
            <a:spLocks noGrp="1"/>
          </p:cNvSpPr>
          <p:nvPr>
            <p:ph type="dt" idx="25"/>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48" name="PlaceHolder 3"/>
          <p:cNvSpPr>
            <a:spLocks noGrp="1"/>
          </p:cNvSpPr>
          <p:nvPr>
            <p:ph type="ftr" idx="26"/>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49" name="PlaceHolder 4"/>
          <p:cNvSpPr>
            <a:spLocks noGrp="1"/>
          </p:cNvSpPr>
          <p:nvPr>
            <p:ph type="sldNum" idx="27"/>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8D69BE5A-C1D8-4AF6-9FF5-0CD94DF35EC7}"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 Branco">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8"/>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51" name="PlaceHolder 2"/>
          <p:cNvSpPr>
            <a:spLocks noGrp="1"/>
          </p:cNvSpPr>
          <p:nvPr>
            <p:ph type="ftr" idx="29"/>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52" name="PlaceHolder 3"/>
          <p:cNvSpPr>
            <a:spLocks noGrp="1"/>
          </p:cNvSpPr>
          <p:nvPr>
            <p:ph type="sldNum" idx="30"/>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5B5E8D59-50A8-4D8C-A2CA-D7DA57A71C24}"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m com Legenda">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2231640" y="2880000"/>
            <a:ext cx="10449360" cy="10079640"/>
          </a:xfrm>
          <a:prstGeom prst="rect">
            <a:avLst/>
          </a:prstGeom>
          <a:noFill/>
          <a:ln w="0">
            <a:noFill/>
          </a:ln>
        </p:spPr>
        <p:txBody>
          <a:bodyPr lIns="91440" tIns="45720" rIns="91440" bIns="45720" anchor="b">
            <a:noAutofit/>
          </a:bodyPr>
          <a:lstStyle>
            <a:lvl1pPr indent="0" algn="l" defTabSz="3240000">
              <a:lnSpc>
                <a:spcPct val="90000"/>
              </a:lnSpc>
              <a:buNone/>
              <a:defRPr lang="pt-BR" sz="11340" b="0" u="none" strike="noStrike">
                <a:solidFill>
                  <a:schemeClr val="dk1"/>
                </a:solidFill>
                <a:effectLst/>
                <a:uFillTx/>
                <a:latin typeface="Calibri Light"/>
                <a:ea typeface="Calibri Light"/>
              </a:defRPr>
            </a:lvl1pPr>
          </a:lstStyle>
          <a:p>
            <a:pPr indent="0" algn="l" defTabSz="3240000">
              <a:lnSpc>
                <a:spcPct val="90000"/>
              </a:lnSpc>
              <a:buNone/>
            </a:pPr>
            <a:r>
              <a:rPr lang="pt-BR" sz="11340" b="0" u="none" strike="noStrike">
                <a:solidFill>
                  <a:schemeClr val="dk1"/>
                </a:solidFill>
                <a:effectLst/>
                <a:uFillTx/>
                <a:latin typeface="Calibri Light"/>
                <a:ea typeface="Calibri Light"/>
              </a:rPr>
              <a:t>Clique para editar o título Mestre</a:t>
            </a:r>
            <a:endParaRPr lang="pt-BR" sz="11340" b="0" u="none" strike="noStrike">
              <a:solidFill>
                <a:schemeClr val="dk1"/>
              </a:solidFill>
              <a:effectLst/>
              <a:uFillTx/>
              <a:latin typeface="Calibri Light"/>
            </a:endParaRPr>
          </a:p>
        </p:txBody>
      </p:sp>
      <p:sp>
        <p:nvSpPr>
          <p:cNvPr id="54" name="PlaceHolder 2"/>
          <p:cNvSpPr>
            <a:spLocks noGrp="1"/>
          </p:cNvSpPr>
          <p:nvPr>
            <p:ph type="body"/>
          </p:nvPr>
        </p:nvSpPr>
        <p:spPr>
          <a:xfrm>
            <a:off x="13773960" y="6220080"/>
            <a:ext cx="16401960" cy="3070008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pt-BR" sz="11340" b="0" u="none" strike="noStrike">
                <a:solidFill>
                  <a:schemeClr val="dk1"/>
                </a:solidFill>
                <a:effectLst/>
                <a:uFillTx/>
                <a:latin typeface="Calibri"/>
                <a:ea typeface="Calibri"/>
              </a:defRPr>
            </a:lvl1pPr>
          </a:lstStyle>
          <a:p>
            <a:pPr indent="0" algn="l" defTabSz="457200">
              <a:lnSpc>
                <a:spcPct val="100000"/>
              </a:lnSpc>
              <a:buNone/>
              <a:tabLst>
                <a:tab pos="0" algn="l"/>
              </a:tabLst>
            </a:pPr>
            <a:r>
              <a:rPr lang="pt-BR" sz="11340" b="0" u="none" strike="noStrike">
                <a:solidFill>
                  <a:schemeClr val="dk1"/>
                </a:solidFill>
                <a:effectLst/>
                <a:uFillTx/>
                <a:latin typeface="Calibri"/>
                <a:ea typeface="Calibri"/>
              </a:rPr>
              <a:t>Clique no ícone para adicionar uma imagem</a:t>
            </a:r>
            <a:endParaRPr lang="pt-BR" sz="11340" b="0" u="none" strike="noStrike">
              <a:solidFill>
                <a:schemeClr val="dk1"/>
              </a:solidFill>
              <a:effectLst/>
              <a:uFillTx/>
              <a:latin typeface="Calibri"/>
            </a:endParaRPr>
          </a:p>
        </p:txBody>
      </p:sp>
      <p:sp>
        <p:nvSpPr>
          <p:cNvPr id="55" name="PlaceHolder 3"/>
          <p:cNvSpPr>
            <a:spLocks noGrp="1"/>
          </p:cNvSpPr>
          <p:nvPr>
            <p:ph type="body"/>
          </p:nvPr>
        </p:nvSpPr>
        <p:spPr>
          <a:xfrm>
            <a:off x="2231640" y="12960360"/>
            <a:ext cx="10449360" cy="24009840"/>
          </a:xfrm>
          <a:prstGeom prst="rect">
            <a:avLst/>
          </a:prstGeom>
          <a:noFill/>
          <a:ln w="0">
            <a:noFill/>
          </a:ln>
        </p:spPr>
        <p:txBody>
          <a:bodyPr lIns="91440" tIns="45720" rIns="91440" bIns="45720" anchor="t">
            <a:noAutofit/>
          </a:bodyPr>
          <a:lstStyle>
            <a:lvl1pPr indent="0" algn="l" defTabSz="3240000">
              <a:lnSpc>
                <a:spcPct val="90000"/>
              </a:lnSpc>
              <a:spcBef>
                <a:spcPts val="3543"/>
              </a:spcBef>
              <a:buNone/>
              <a:tabLst>
                <a:tab pos="0" algn="l"/>
              </a:tabLst>
              <a:defRPr lang="pt-BR" sz="5670" b="0" u="none" strike="noStrike">
                <a:solidFill>
                  <a:schemeClr val="dk1"/>
                </a:solidFill>
                <a:effectLst/>
                <a:uFillTx/>
                <a:latin typeface="Calibri"/>
                <a:ea typeface="Calibri"/>
              </a:defRPr>
            </a:lvl1pPr>
          </a:lstStyle>
          <a:p>
            <a:pPr indent="0" algn="l" defTabSz="3240000">
              <a:lnSpc>
                <a:spcPct val="90000"/>
              </a:lnSpc>
              <a:spcBef>
                <a:spcPts val="3543"/>
              </a:spcBef>
              <a:buNone/>
              <a:tabLst>
                <a:tab pos="0" algn="l"/>
              </a:tabLst>
            </a:pPr>
            <a:r>
              <a:rPr lang="pt-BR" sz="5670" b="0" u="none" strike="noStrike">
                <a:solidFill>
                  <a:schemeClr val="dk1"/>
                </a:solidFill>
                <a:effectLst/>
                <a:uFillTx/>
                <a:latin typeface="Calibri"/>
                <a:ea typeface="Calibri"/>
              </a:rPr>
              <a:t>Editar estilos de texto Mestre</a:t>
            </a:r>
            <a:endParaRPr lang="pt-BR" sz="5670" b="0" u="none" strike="noStrike">
              <a:solidFill>
                <a:schemeClr val="dk1"/>
              </a:solidFill>
              <a:effectLst/>
              <a:uFillTx/>
              <a:latin typeface="Calibri"/>
            </a:endParaRPr>
          </a:p>
        </p:txBody>
      </p:sp>
      <p:sp>
        <p:nvSpPr>
          <p:cNvPr id="56" name="PlaceHolder 4"/>
          <p:cNvSpPr>
            <a:spLocks noGrp="1"/>
          </p:cNvSpPr>
          <p:nvPr>
            <p:ph type="dt" idx="31"/>
          </p:nvPr>
        </p:nvSpPr>
        <p:spPr>
          <a:xfrm>
            <a:off x="2227320" y="40040640"/>
            <a:ext cx="7289640" cy="2299680"/>
          </a:xfrm>
          <a:prstGeom prst="rect">
            <a:avLst/>
          </a:prstGeom>
          <a:noFill/>
          <a:ln w="0">
            <a:noFill/>
          </a:ln>
        </p:spPr>
        <p:txBody>
          <a:bodyPr lIns="91440" tIns="45720" rIns="91440" bIns="45720" anchor="ctr">
            <a:noAutofit/>
          </a:bodyPr>
          <a:lstStyle>
            <a:lvl1pPr indent="0" algn="l"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l" defTabSz="457200">
              <a:lnSpc>
                <a:spcPct val="100000"/>
              </a:lnSpc>
              <a:buNone/>
            </a:pPr>
            <a:r>
              <a:rPr lang="pt-BR" sz="4250" b="0" u="none" strike="noStrike">
                <a:solidFill>
                  <a:schemeClr val="dk1">
                    <a:tint val="75000"/>
                  </a:schemeClr>
                </a:solidFill>
                <a:effectLst/>
                <a:uFillTx/>
                <a:latin typeface="Calibri"/>
                <a:ea typeface="Calibri"/>
              </a:rPr>
              <a:t>&lt;data/hora&gt;</a:t>
            </a:r>
            <a:endParaRPr lang="pt-BR" sz="4250" b="0" u="none" strike="noStrike">
              <a:solidFill>
                <a:srgbClr val="000000"/>
              </a:solidFill>
              <a:effectLst/>
              <a:uFillTx/>
              <a:latin typeface="Times New Roman"/>
            </a:endParaRPr>
          </a:p>
        </p:txBody>
      </p:sp>
      <p:sp>
        <p:nvSpPr>
          <p:cNvPr id="57" name="PlaceHolder 5"/>
          <p:cNvSpPr>
            <a:spLocks noGrp="1"/>
          </p:cNvSpPr>
          <p:nvPr>
            <p:ph type="ftr" idx="32"/>
          </p:nvPr>
        </p:nvSpPr>
        <p:spPr>
          <a:xfrm>
            <a:off x="10732320" y="40040640"/>
            <a:ext cx="10934280" cy="2299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endParaRPr lang="pt-BR" sz="1400" b="0" u="none" strike="noStrike">
              <a:solidFill>
                <a:srgbClr val="000000"/>
              </a:solidFill>
              <a:effectLst/>
              <a:uFillTx/>
              <a:latin typeface="Times New Roman"/>
            </a:endParaRPr>
          </a:p>
        </p:txBody>
      </p:sp>
      <p:sp>
        <p:nvSpPr>
          <p:cNvPr id="58" name="PlaceHolder 6"/>
          <p:cNvSpPr>
            <a:spLocks noGrp="1"/>
          </p:cNvSpPr>
          <p:nvPr>
            <p:ph type="sldNum" idx="33"/>
          </p:nvPr>
        </p:nvSpPr>
        <p:spPr>
          <a:xfrm>
            <a:off x="22881960" y="40040640"/>
            <a:ext cx="7289640" cy="2299680"/>
          </a:xfrm>
          <a:prstGeom prst="rect">
            <a:avLst/>
          </a:prstGeom>
          <a:noFill/>
          <a:ln w="0">
            <a:noFill/>
          </a:ln>
        </p:spPr>
        <p:txBody>
          <a:bodyPr lIns="91440" tIns="45720" rIns="91440" bIns="45720" anchor="ctr">
            <a:noAutofit/>
          </a:bodyPr>
          <a:lstStyle>
            <a:lvl1pPr indent="0" algn="r" defTabSz="457200">
              <a:lnSpc>
                <a:spcPct val="100000"/>
              </a:lnSpc>
              <a:buNone/>
              <a:defRPr lang="pt-BR" sz="4250" b="0" u="none" strike="noStrike">
                <a:solidFill>
                  <a:schemeClr val="dk1">
                    <a:tint val="75000"/>
                  </a:schemeClr>
                </a:solidFill>
                <a:effectLst/>
                <a:uFillTx/>
                <a:latin typeface="Calibri"/>
                <a:ea typeface="Calibri"/>
              </a:defRPr>
            </a:lvl1pPr>
          </a:lstStyle>
          <a:p>
            <a:pPr indent="0" algn="r" defTabSz="457200">
              <a:lnSpc>
                <a:spcPct val="100000"/>
              </a:lnSpc>
              <a:buNone/>
            </a:pPr>
            <a:fld id="{C0994534-EB84-423A-8534-262C2E002645}" type="slidenum">
              <a:rPr lang="pt-BR" sz="4250" b="0" u="none" strike="noStrike">
                <a:solidFill>
                  <a:schemeClr val="dk1">
                    <a:tint val="75000"/>
                  </a:schemeClr>
                </a:solidFill>
                <a:effectLst/>
                <a:uFillTx/>
                <a:latin typeface="Calibri"/>
                <a:ea typeface="Calibri"/>
              </a:rPr>
              <a:t>&lt;número&gt;</a:t>
            </a:fld>
            <a:endParaRPr lang="pt-BR" sz="425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9.xml"/><Relationship Id="rId6"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940120" y="9328320"/>
            <a:ext cx="25187040" cy="2044440"/>
          </a:xfrm>
          <a:prstGeom prst="rect">
            <a:avLst/>
          </a:prstGeom>
          <a:noFill/>
          <a:ln w="0">
            <a:noFill/>
          </a:ln>
        </p:spPr>
        <p:txBody>
          <a:bodyPr lIns="91440" tIns="45720" rIns="91440" bIns="45720" anchor="ctr">
            <a:noAutofit/>
          </a:bodyPr>
          <a:p>
            <a:pPr indent="0" algn="ctr" defTabSz="3240000">
              <a:lnSpc>
                <a:spcPct val="90000"/>
              </a:lnSpc>
              <a:buNone/>
            </a:pPr>
            <a:r>
              <a:rPr lang="pt-BR" sz="6000" b="0" u="none" strike="noStrike">
                <a:solidFill>
                  <a:srgbClr val="000000"/>
                </a:solidFill>
                <a:effectLst/>
                <a:uFillTx/>
                <a:latin typeface="Arial"/>
                <a:ea typeface="Arial"/>
              </a:rPr>
              <a:t>Aluno: Rafael Bavaresco Messias Moura¹,</a:t>
            </a:r>
            <a:endParaRPr lang="pt-BR" sz="6000" b="0" u="none" strike="noStrike">
              <a:solidFill>
                <a:schemeClr val="dk1"/>
              </a:solidFill>
              <a:effectLst/>
              <a:uFillTx/>
              <a:latin typeface="Calibri Light"/>
            </a:endParaRPr>
          </a:p>
          <a:p>
            <a:pPr indent="0" algn="ctr" defTabSz="3240000">
              <a:lnSpc>
                <a:spcPct val="90000"/>
              </a:lnSpc>
              <a:buNone/>
            </a:pPr>
            <a:r>
              <a:rPr lang="pt-BR" sz="6000" b="0" u="none" strike="noStrike">
                <a:solidFill>
                  <a:srgbClr val="000000"/>
                </a:solidFill>
                <a:effectLst/>
                <a:uFillTx/>
                <a:latin typeface="Arial"/>
                <a:ea typeface="Arial"/>
              </a:rPr>
              <a:t>Orientador: Prof. Esp. Célio Desiró²</a:t>
            </a:r>
            <a:endParaRPr lang="pt-BR" sz="6000" b="0" u="none" strike="noStrike">
              <a:solidFill>
                <a:schemeClr val="dk1"/>
              </a:solidFill>
              <a:effectLst/>
              <a:uFillTx/>
              <a:latin typeface="Calibri Light"/>
            </a:endParaRPr>
          </a:p>
        </p:txBody>
      </p:sp>
      <p:sp>
        <p:nvSpPr>
          <p:cNvPr id="66" name="Título 1"/>
          <p:cNvSpPr/>
          <p:nvPr/>
        </p:nvSpPr>
        <p:spPr>
          <a:xfrm>
            <a:off x="5867280" y="1660680"/>
            <a:ext cx="17170200" cy="3755880"/>
          </a:xfrm>
          <a:prstGeom prst="rect">
            <a:avLst/>
          </a:prstGeom>
          <a:noFill/>
          <a:ln w="0">
            <a:noFill/>
          </a:ln>
        </p:spPr>
        <p:style>
          <a:lnRef idx="0"/>
          <a:fillRef idx="0"/>
          <a:effectRef idx="0"/>
          <a:fontRef idx="minor"/>
        </p:style>
        <p:txBody>
          <a:bodyPr anchor="ctr">
            <a:noAutofit/>
          </a:bodyPr>
          <a:p>
            <a:pPr algn="ctr" defTabSz="2700000">
              <a:lnSpc>
                <a:spcPct val="100000"/>
              </a:lnSpc>
            </a:pPr>
            <a:r>
              <a:rPr lang="pt-BR" sz="5000" b="1" u="none" strike="noStrike">
                <a:solidFill>
                  <a:srgbClr val="000000"/>
                </a:solidFill>
                <a:effectLst/>
                <a:uFillTx/>
                <a:latin typeface="Arial Black"/>
                <a:ea typeface="Arial Black"/>
              </a:rPr>
              <a:t>APRESENTAÇÃO DE TRABALHOS DE CONCLUSÃO DE CURSO</a:t>
            </a:r>
            <a:endParaRPr lang="pt-BR" sz="5000" b="0" u="none" strike="noStrike">
              <a:solidFill>
                <a:srgbClr val="000000"/>
              </a:solidFill>
              <a:effectLst/>
              <a:uFillTx/>
              <a:latin typeface="Arial"/>
            </a:endParaRPr>
          </a:p>
          <a:p>
            <a:pPr algn="ctr" defTabSz="2700000">
              <a:lnSpc>
                <a:spcPct val="100000"/>
              </a:lnSpc>
            </a:pPr>
            <a:r>
              <a:rPr lang="pt-BR" sz="5000" b="1" u="none" strike="noStrike">
                <a:solidFill>
                  <a:srgbClr val="000000"/>
                </a:solidFill>
                <a:effectLst/>
                <a:uFillTx/>
                <a:latin typeface="Arial Black"/>
                <a:ea typeface="Arial Black"/>
              </a:rPr>
              <a:t>2026</a:t>
            </a:r>
            <a:endParaRPr lang="pt-BR" sz="5000" b="0" u="none" strike="noStrike">
              <a:solidFill>
                <a:srgbClr val="000000"/>
              </a:solidFill>
              <a:effectLst/>
              <a:uFillTx/>
              <a:latin typeface="Arial"/>
            </a:endParaRPr>
          </a:p>
        </p:txBody>
      </p:sp>
      <p:sp>
        <p:nvSpPr>
          <p:cNvPr id="67" name="Título 1"/>
          <p:cNvSpPr/>
          <p:nvPr/>
        </p:nvSpPr>
        <p:spPr>
          <a:xfrm>
            <a:off x="2089080" y="11262960"/>
            <a:ext cx="27305640" cy="1544040"/>
          </a:xfrm>
          <a:prstGeom prst="rect">
            <a:avLst/>
          </a:prstGeom>
          <a:noFill/>
          <a:ln w="0">
            <a:noFill/>
          </a:ln>
        </p:spPr>
        <p:style>
          <a:lnRef idx="0"/>
          <a:fillRef idx="0"/>
          <a:effectRef idx="0"/>
          <a:fontRef idx="minor"/>
        </p:style>
        <p:txBody>
          <a:bodyPr anchor="ctr">
            <a:noAutofit/>
          </a:bodyPr>
          <a:p>
            <a:pPr algn="ctr" defTabSz="2700000">
              <a:lnSpc>
                <a:spcPct val="90000"/>
              </a:lnSpc>
            </a:pPr>
            <a:r>
              <a:rPr lang="pt-BR" sz="2800" b="0" u="none" strike="noStrike">
                <a:solidFill>
                  <a:srgbClr val="000000"/>
                </a:solidFill>
                <a:effectLst/>
                <a:uFillTx/>
                <a:latin typeface="Arial"/>
                <a:ea typeface="Arial"/>
              </a:rPr>
              <a:t>¹ Graduando em Análise e Desenvolvimento de Sistemas pela Fundação Educacional do Município de Assis (FEMA).</a:t>
            </a:r>
            <a:endParaRPr lang="pt-BR" sz="2800" b="0" u="none" strike="noStrike">
              <a:solidFill>
                <a:srgbClr val="000000"/>
              </a:solidFill>
              <a:effectLst/>
              <a:uFillTx/>
              <a:latin typeface="Arial"/>
            </a:endParaRPr>
          </a:p>
          <a:p>
            <a:pPr algn="ctr" defTabSz="2700000">
              <a:lnSpc>
                <a:spcPct val="90000"/>
              </a:lnSpc>
            </a:pPr>
            <a:r>
              <a:rPr lang="pt-BR" sz="2800" b="0" u="none" strike="noStrike">
                <a:solidFill>
                  <a:srgbClr val="000000"/>
                </a:solidFill>
                <a:effectLst/>
                <a:uFillTx/>
                <a:latin typeface="Arial"/>
                <a:ea typeface="Arial"/>
              </a:rPr>
              <a:t>² Especialista. Docente e orientador do curso de Análise e Desenvolvimento de Sistemas da Fundação Educacional do Município de Assis (FEMA).</a:t>
            </a:r>
            <a:endParaRPr lang="pt-BR" sz="2800" b="0" u="none" strike="noStrike">
              <a:solidFill>
                <a:srgbClr val="000000"/>
              </a:solidFill>
              <a:effectLst/>
              <a:uFillTx/>
              <a:latin typeface="Arial"/>
            </a:endParaRPr>
          </a:p>
        </p:txBody>
      </p:sp>
      <p:sp>
        <p:nvSpPr>
          <p:cNvPr id="68" name="Título 1"/>
          <p:cNvSpPr/>
          <p:nvPr/>
        </p:nvSpPr>
        <p:spPr>
          <a:xfrm>
            <a:off x="1143000" y="13596480"/>
            <a:ext cx="14020920" cy="10111320"/>
          </a:xfrm>
          <a:prstGeom prst="rect">
            <a:avLst/>
          </a:prstGeom>
          <a:noFill/>
          <a:ln w="0">
            <a:noFill/>
          </a:ln>
        </p:spPr>
        <p:style>
          <a:lnRef idx="0"/>
          <a:fillRef idx="0"/>
          <a:effectRef idx="0"/>
          <a:fontRef idx="minor"/>
        </p:style>
        <p:txBody>
          <a:bodyPr anchor="t">
            <a:noAutofit/>
          </a:bodyPr>
          <a:p>
            <a:pPr algn="just" defTabSz="2700000">
              <a:lnSpc>
                <a:spcPct val="90000"/>
              </a:lnSpc>
              <a:spcAft>
                <a:spcPts val="901"/>
              </a:spcAft>
            </a:pPr>
            <a:r>
              <a:rPr lang="pt-BR" sz="3000" b="1" u="none" strike="noStrike">
                <a:solidFill>
                  <a:srgbClr val="000000"/>
                </a:solidFill>
                <a:effectLst/>
                <a:uFillTx/>
                <a:latin typeface="Arial"/>
                <a:ea typeface="Arial"/>
              </a:rPr>
              <a:t>INTRODUÇÃO</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Pequenas academias podem enfrentar dificuldades quando cadastros, frequência, treinos e controles financeiros permanecem distribuídos entre papéis, planilhas e aplicativos de mensagens. Essa fragmentação reduz a padronização, dificulta a consulta ao histórico e aumenta o retrabalho. Sistemas de informação podem organizar esses fluxos quando são projetados a partir das necessidades reais dos usuários.</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Neste contexto, este trabalho apresenta o FitPro, sistema web desenvolvido para apoiar a gestão do Studio Bio Fitness. A aplicação reúne rotinas administrativas e de acompanhamento em áreas específicas para proprietário, administração, professor e aluno. A versão atual utiliza React e TypeScript no front-end, Supabase como Backend-as-a-Service e PostgreSQL para persistência dos dados.</a:t>
            </a:r>
            <a:endParaRPr lang="pt-BR" sz="3000" b="0" u="none" strike="noStrike">
              <a:solidFill>
                <a:srgbClr val="000000"/>
              </a:solidFill>
              <a:effectLst/>
              <a:uFillTx/>
              <a:latin typeface="Arial"/>
            </a:endParaRPr>
          </a:p>
          <a:p>
            <a:pPr algn="just" defTabSz="2700000">
              <a:lnSpc>
                <a:spcPct val="90000"/>
              </a:lnSpc>
            </a:pPr>
            <a:r>
              <a:rPr lang="pt-BR" sz="3000" b="0" u="none" strike="noStrike">
                <a:solidFill>
                  <a:srgbClr val="000000"/>
                </a:solidFill>
                <a:effectLst/>
                <a:uFillTx/>
                <a:latin typeface="Arial"/>
                <a:ea typeface="Arial"/>
              </a:rPr>
              <a:t>A digitalização também exige cuidados com dados pessoais. Nome, CPF, telefone, e-mail e registros ligados à saúde requerem controles de acesso e medidas técnicas adequadas à Lei Geral de Proteção de Dados Pessoais [2]. O trabalho investiga como um sistema integrado pode reduzir a fragmentação operacional e evoluir com segurança para um ambiente de produção.</a:t>
            </a:r>
            <a:endParaRPr lang="pt-BR" sz="3000" b="0" u="none" strike="noStrike">
              <a:solidFill>
                <a:srgbClr val="000000"/>
              </a:solidFill>
              <a:effectLst/>
              <a:uFillTx/>
              <a:latin typeface="Arial"/>
            </a:endParaRPr>
          </a:p>
        </p:txBody>
      </p:sp>
      <p:sp>
        <p:nvSpPr>
          <p:cNvPr id="69" name="CaixaDeTexto 8"/>
          <p:cNvSpPr/>
          <p:nvPr/>
        </p:nvSpPr>
        <p:spPr>
          <a:xfrm>
            <a:off x="16715520" y="39385800"/>
            <a:ext cx="14020920" cy="32313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901"/>
              </a:spcAft>
            </a:pPr>
            <a:r>
              <a:rPr lang="pt-BR" sz="2400" b="1" u="none" strike="noStrike">
                <a:solidFill>
                  <a:srgbClr val="000000"/>
                </a:solidFill>
                <a:effectLst/>
                <a:uFillTx/>
                <a:latin typeface="Arial"/>
                <a:ea typeface="Arial"/>
              </a:rPr>
              <a:t>REFERÊNCIAS</a:t>
            </a:r>
            <a:endParaRPr lang="pt-BR" sz="2400" b="0" u="none" strike="noStrike">
              <a:solidFill>
                <a:srgbClr val="000000"/>
              </a:solidFill>
              <a:effectLst/>
              <a:uFillTx/>
              <a:latin typeface="Arial"/>
            </a:endParaRPr>
          </a:p>
          <a:p>
            <a:pPr defTabSz="457200">
              <a:lnSpc>
                <a:spcPct val="100000"/>
              </a:lnSpc>
              <a:spcAft>
                <a:spcPts val="349"/>
              </a:spcAft>
            </a:pPr>
            <a:r>
              <a:rPr lang="pt-BR" sz="2400" b="0" u="none" strike="noStrike">
                <a:solidFill>
                  <a:srgbClr val="000000"/>
                </a:solidFill>
                <a:effectLst/>
                <a:uFillTx/>
                <a:latin typeface="Arial"/>
                <a:ea typeface="Arial"/>
              </a:rPr>
              <a:t>1. LAUDON, K. C.; LAUDON, J. P. Sistemas de informação gerenciais. 11. ed. São Paulo: Pearson, 2016.</a:t>
            </a:r>
            <a:endParaRPr lang="pt-BR" sz="2400" b="0" u="none" strike="noStrike">
              <a:solidFill>
                <a:srgbClr val="000000"/>
              </a:solidFill>
              <a:effectLst/>
              <a:uFillTx/>
              <a:latin typeface="Arial"/>
            </a:endParaRPr>
          </a:p>
          <a:p>
            <a:pPr defTabSz="457200">
              <a:lnSpc>
                <a:spcPct val="100000"/>
              </a:lnSpc>
              <a:spcAft>
                <a:spcPts val="349"/>
              </a:spcAft>
            </a:pPr>
            <a:r>
              <a:rPr lang="pt-BR" sz="2400" b="0" u="none" strike="noStrike">
                <a:solidFill>
                  <a:srgbClr val="000000"/>
                </a:solidFill>
                <a:effectLst/>
                <a:uFillTx/>
                <a:latin typeface="Arial"/>
                <a:ea typeface="Arial"/>
              </a:rPr>
              <a:t>2. BRASIL. Lei nº 13.709, de 14 de agosto de 2018. Lei Geral de Proteção de Dados Pessoais.</a:t>
            </a:r>
            <a:endParaRPr lang="pt-BR" sz="2400" b="0" u="none" strike="noStrike">
              <a:solidFill>
                <a:srgbClr val="000000"/>
              </a:solidFill>
              <a:effectLst/>
              <a:uFillTx/>
              <a:latin typeface="Arial"/>
            </a:endParaRPr>
          </a:p>
          <a:p>
            <a:pPr defTabSz="457200">
              <a:lnSpc>
                <a:spcPct val="100000"/>
              </a:lnSpc>
              <a:spcAft>
                <a:spcPts val="349"/>
              </a:spcAft>
            </a:pPr>
            <a:r>
              <a:rPr lang="pt-BR" sz="2400" b="0" u="none" strike="noStrike">
                <a:solidFill>
                  <a:srgbClr val="000000"/>
                </a:solidFill>
                <a:effectLst/>
                <a:uFillTx/>
                <a:latin typeface="Arial"/>
                <a:ea typeface="Arial"/>
              </a:rPr>
              <a:t>3. BECK, K. et al. Manifesto for Agile Software Development. 2001.</a:t>
            </a:r>
            <a:endParaRPr lang="pt-BR" sz="2400" b="0" u="none" strike="noStrike">
              <a:solidFill>
                <a:srgbClr val="000000"/>
              </a:solidFill>
              <a:effectLst/>
              <a:uFillTx/>
              <a:latin typeface="Arial"/>
            </a:endParaRPr>
          </a:p>
          <a:p>
            <a:pPr defTabSz="457200">
              <a:lnSpc>
                <a:spcPct val="100000"/>
              </a:lnSpc>
            </a:pPr>
            <a:r>
              <a:rPr lang="pt-BR" sz="2400" b="0" u="none" strike="noStrike">
                <a:solidFill>
                  <a:srgbClr val="000000"/>
                </a:solidFill>
                <a:effectLst/>
                <a:uFillTx/>
                <a:latin typeface="Arial"/>
                <a:ea typeface="Arial"/>
              </a:rPr>
              <a:t>4. SUPABASE. Row Level Security. 2026.</a:t>
            </a:r>
            <a:endParaRPr lang="pt-BR" sz="2400" b="0" u="none" strike="noStrike">
              <a:solidFill>
                <a:srgbClr val="000000"/>
              </a:solidFill>
              <a:effectLst/>
              <a:uFillTx/>
              <a:latin typeface="Arial"/>
            </a:endParaRPr>
          </a:p>
        </p:txBody>
      </p:sp>
      <p:sp>
        <p:nvSpPr>
          <p:cNvPr id="70" name="Título 1"/>
          <p:cNvSpPr/>
          <p:nvPr/>
        </p:nvSpPr>
        <p:spPr>
          <a:xfrm>
            <a:off x="1143000" y="28748160"/>
            <a:ext cx="14390280" cy="13869000"/>
          </a:xfrm>
          <a:prstGeom prst="rect">
            <a:avLst/>
          </a:prstGeom>
          <a:noFill/>
          <a:ln w="0">
            <a:noFill/>
          </a:ln>
        </p:spPr>
        <p:style>
          <a:lnRef idx="0"/>
          <a:fillRef idx="0"/>
          <a:effectRef idx="0"/>
          <a:fontRef idx="minor"/>
        </p:style>
        <p:txBody>
          <a:bodyPr anchor="t">
            <a:noAutofit/>
          </a:bodyPr>
          <a:p>
            <a:pPr algn="just" defTabSz="2700000">
              <a:lnSpc>
                <a:spcPct val="90000"/>
              </a:lnSpc>
              <a:spcAft>
                <a:spcPts val="901"/>
              </a:spcAft>
            </a:pPr>
            <a:r>
              <a:rPr lang="pt-BR" sz="3000" b="1" u="none" strike="noStrike">
                <a:solidFill>
                  <a:srgbClr val="000000"/>
                </a:solidFill>
                <a:effectLst/>
                <a:uFillTx/>
                <a:latin typeface="Arial"/>
                <a:ea typeface="Arial"/>
              </a:rPr>
              <a:t>DESCRIÇÃO METODOLÓGICA</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O trabalho caracteriza-se como desenvolvimento tecnológico aplicado, de natureza exploratória e abordagem qualitativa. O levantamento de necessidades ocorreu de forma imersiva no Studio Bio Fitness, por meio da observação da rotina, de conversas com pessoas envolvidas na operação e de revisões sucessivas das telas e fluxos.</a:t>
            </a:r>
            <a:endParaRPr lang="pt-BR" sz="3000" b="0" u="none" strike="noStrike">
              <a:solidFill>
                <a:srgbClr val="000000"/>
              </a:solidFill>
              <a:effectLst/>
              <a:uFillTx/>
              <a:latin typeface="Arial"/>
            </a:endParaRPr>
          </a:p>
          <a:p>
            <a:pPr algn="just" defTabSz="2700000">
              <a:lnSpc>
                <a:spcPct val="90000"/>
              </a:lnSpc>
            </a:pPr>
            <a:r>
              <a:rPr lang="pt-BR" sz="3000" b="0" u="none" strike="noStrike">
                <a:solidFill>
                  <a:srgbClr val="000000"/>
                </a:solidFill>
                <a:effectLst/>
                <a:uFillTx/>
                <a:latin typeface="Arial"/>
                <a:ea typeface="Arial"/>
              </a:rPr>
              <a:t>O desenvolvimento seguiu ciclos incrementais de compreensão do problema, implementação e revisão, em alinhamento com princípios ágeis [3]. Os requisitos foram confrontados com o código e com a execução dos fluxos disponíveis. A validação considerou o comportamento dos perfis, a persistência no Supabase, o isolamento entre academias e as limitações ainda presentes. Os resultados descrevem o contexto estudado e não representam inferência estatística sobre o setor.</a:t>
            </a:r>
            <a:endParaRPr lang="pt-BR" sz="3000" b="0" u="none" strike="noStrike">
              <a:solidFill>
                <a:srgbClr val="000000"/>
              </a:solidFill>
              <a:effectLst/>
              <a:uFillTx/>
              <a:latin typeface="Arial"/>
            </a:endParaRPr>
          </a:p>
        </p:txBody>
      </p:sp>
      <p:sp>
        <p:nvSpPr>
          <p:cNvPr id="71" name="Título 1"/>
          <p:cNvSpPr/>
          <p:nvPr/>
        </p:nvSpPr>
        <p:spPr>
          <a:xfrm>
            <a:off x="1143000" y="24497280"/>
            <a:ext cx="14390280" cy="3461400"/>
          </a:xfrm>
          <a:prstGeom prst="rect">
            <a:avLst/>
          </a:prstGeom>
          <a:noFill/>
          <a:ln w="0">
            <a:noFill/>
          </a:ln>
        </p:spPr>
        <p:style>
          <a:lnRef idx="0"/>
          <a:fillRef idx="0"/>
          <a:effectRef idx="0"/>
          <a:fontRef idx="minor"/>
        </p:style>
        <p:txBody>
          <a:bodyPr anchor="t">
            <a:noAutofit/>
          </a:bodyPr>
          <a:p>
            <a:pPr algn="just" defTabSz="2700000">
              <a:lnSpc>
                <a:spcPct val="90000"/>
              </a:lnSpc>
              <a:spcAft>
                <a:spcPts val="901"/>
              </a:spcAft>
            </a:pPr>
            <a:r>
              <a:rPr lang="pt-BR" sz="3000" b="1" u="none" strike="noStrike">
                <a:solidFill>
                  <a:srgbClr val="000000"/>
                </a:solidFill>
                <a:effectLst/>
                <a:uFillTx/>
                <a:latin typeface="Arial"/>
                <a:ea typeface="Arial"/>
              </a:rPr>
              <a:t>OBJETIVOS</a:t>
            </a:r>
            <a:endParaRPr lang="pt-BR" sz="3000" b="0" u="none" strike="noStrike">
              <a:solidFill>
                <a:srgbClr val="000000"/>
              </a:solidFill>
              <a:effectLst/>
              <a:uFillTx/>
              <a:latin typeface="Arial"/>
            </a:endParaRPr>
          </a:p>
          <a:p>
            <a:pPr algn="just" defTabSz="2700000">
              <a:lnSpc>
                <a:spcPct val="90000"/>
              </a:lnSpc>
            </a:pPr>
            <a:r>
              <a:rPr lang="pt-BR" sz="3000" b="0" u="none" strike="noStrike">
                <a:solidFill>
                  <a:srgbClr val="000000"/>
                </a:solidFill>
                <a:effectLst/>
                <a:uFillTx/>
                <a:latin typeface="Arial"/>
                <a:ea typeface="Arial"/>
              </a:rPr>
              <a:t>O objetivo geral é desenvolver e avaliar o FitPro como aplicação web de apoio à gestão do Studio Bio Fitness. O projeto busca centralizar cadastros, turmas, planos, finanças, frequência, treinos e evolução de peso. Também organiza o acesso por perfil, valida a persistência dos dados e identifica medidas necessárias para a evolução segura do sistema.</a:t>
            </a:r>
            <a:endParaRPr lang="pt-BR" sz="3000" b="0" u="none" strike="noStrike">
              <a:solidFill>
                <a:srgbClr val="000000"/>
              </a:solidFill>
              <a:effectLst/>
              <a:uFillTx/>
              <a:latin typeface="Arial"/>
            </a:endParaRPr>
          </a:p>
        </p:txBody>
      </p:sp>
      <p:sp>
        <p:nvSpPr>
          <p:cNvPr id="72" name="Título 1"/>
          <p:cNvSpPr/>
          <p:nvPr/>
        </p:nvSpPr>
        <p:spPr>
          <a:xfrm>
            <a:off x="16715520" y="13596480"/>
            <a:ext cx="14020920" cy="19606680"/>
          </a:xfrm>
          <a:prstGeom prst="rect">
            <a:avLst/>
          </a:prstGeom>
          <a:noFill/>
          <a:ln w="0">
            <a:noFill/>
          </a:ln>
        </p:spPr>
        <p:style>
          <a:lnRef idx="0"/>
          <a:fillRef idx="0"/>
          <a:effectRef idx="0"/>
          <a:fontRef idx="minor"/>
        </p:style>
        <p:txBody>
          <a:bodyPr anchor="t">
            <a:noAutofit/>
          </a:bodyPr>
          <a:p>
            <a:pPr algn="just" defTabSz="2700000">
              <a:lnSpc>
                <a:spcPct val="90000"/>
              </a:lnSpc>
              <a:spcAft>
                <a:spcPts val="901"/>
              </a:spcAft>
            </a:pPr>
            <a:r>
              <a:rPr lang="pt-BR" sz="3000" b="1" u="none" strike="noStrike">
                <a:solidFill>
                  <a:srgbClr val="000000"/>
                </a:solidFill>
                <a:effectLst/>
                <a:uFillTx/>
                <a:latin typeface="Arial"/>
                <a:ea typeface="Arial"/>
              </a:rPr>
              <a:t>RESULTADOS E DISCUSSÃO</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O levantamento realizado no Studio Bio Fitness mostrou a necessidade de centralizar informações antes consultadas em registros separados. O FitPro passou a reunir, em uma única aplicação, o cadastro de academias, administradores, alunos, professores, planos e turmas. O sistema também contempla agenda, frequência, informações financeiras, relatórios, treinos e evolução de peso.</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O proprietário cadastra academias e define seus administradores. A administração gerencia a rotina operacional da unidade. O professor consulta os alunos vinculados, organiza treinos e registra presença. O aluno acompanha exercícios, séries realizadas, peso, frequência e situação da mensalidade. A separação dos perfis reduz a exposição de funções que não pertencem ao usuário autenticado.</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A versão atual utiliza políticas de Row Level Security para restringir o acesso conforme o perfil e a academia. Operações sensíveis, como criação de contas e redefinição de acesso, são executadas em funções de servidor. Alterações administrativas ficam registradas em auditoria. Em um ensaio com duas academias fictícias, usuários de uma unidade não conseguiram ler ou alterar registros da outra.</a:t>
            </a:r>
            <a:endParaRPr lang="pt-BR" sz="3000" b="0" u="none" strike="noStrike">
              <a:solidFill>
                <a:srgbClr val="000000"/>
              </a:solidFill>
              <a:effectLst/>
              <a:uFillTx/>
              <a:latin typeface="Arial"/>
            </a:endParaRPr>
          </a:p>
          <a:p>
            <a:pPr algn="just" defTabSz="2700000">
              <a:lnSpc>
                <a:spcPct val="90000"/>
              </a:lnSpc>
              <a:spcAft>
                <a:spcPts val="799"/>
              </a:spcAft>
            </a:pPr>
            <a:r>
              <a:rPr lang="pt-BR" sz="3000" b="0" u="none" strike="noStrike">
                <a:solidFill>
                  <a:srgbClr val="000000"/>
                </a:solidFill>
                <a:effectLst/>
                <a:uFillTx/>
                <a:latin typeface="Arial"/>
                <a:ea typeface="Arial"/>
              </a:rPr>
              <a:t>A integração Pix é opcional por academia. Pagamentos reais controlados confirmaram a geração da cobrança, a validação no servidor e o registro financeiro. A rotina de conciliação consulta cobranças pendentes, enquanto o histórico permite acompanhar o estado das transações. Estornos, disputas e falhas externas ainda exigem conferência operacional.</a:t>
            </a:r>
            <a:endParaRPr lang="pt-BR" sz="3000" b="0" u="none" strike="noStrike">
              <a:solidFill>
                <a:srgbClr val="000000"/>
              </a:solidFill>
              <a:effectLst/>
              <a:uFillTx/>
              <a:latin typeface="Arial"/>
            </a:endParaRPr>
          </a:p>
          <a:p>
            <a:pPr algn="just" defTabSz="2700000">
              <a:lnSpc>
                <a:spcPct val="90000"/>
              </a:lnSpc>
            </a:pPr>
            <a:r>
              <a:rPr lang="pt-BR" sz="3000" b="0" u="none" strike="noStrike">
                <a:solidFill>
                  <a:srgbClr val="000000"/>
                </a:solidFill>
                <a:effectLst/>
                <a:uFillTx/>
                <a:latin typeface="Arial"/>
                <a:ea typeface="Arial"/>
              </a:rPr>
              <a:t>Os resultados indicam que a aplicação centraliza os principais fluxos previstos e oferece uma base funcional para evolução. Entretanto, a adoção em produção depende de testes contínuos das políticas de acesso, monitoramento das integrações e revisão periódica dos controles de segurança.</a:t>
            </a:r>
            <a:endParaRPr lang="pt-BR" sz="3000" b="0" u="none" strike="noStrike">
              <a:solidFill>
                <a:srgbClr val="000000"/>
              </a:solidFill>
              <a:effectLst/>
              <a:uFillTx/>
              <a:latin typeface="Arial"/>
            </a:endParaRPr>
          </a:p>
        </p:txBody>
      </p:sp>
      <p:sp>
        <p:nvSpPr>
          <p:cNvPr id="73" name="Título 1"/>
          <p:cNvSpPr/>
          <p:nvPr/>
        </p:nvSpPr>
        <p:spPr>
          <a:xfrm>
            <a:off x="16715520" y="33203520"/>
            <a:ext cx="14020920" cy="4857840"/>
          </a:xfrm>
          <a:prstGeom prst="rect">
            <a:avLst/>
          </a:prstGeom>
          <a:noFill/>
          <a:ln w="0">
            <a:noFill/>
          </a:ln>
        </p:spPr>
        <p:style>
          <a:lnRef idx="0"/>
          <a:fillRef idx="0"/>
          <a:effectRef idx="0"/>
          <a:fontRef idx="minor"/>
        </p:style>
        <p:txBody>
          <a:bodyPr anchor="t">
            <a:noAutofit/>
          </a:bodyPr>
          <a:p>
            <a:pPr algn="just" defTabSz="2700000">
              <a:lnSpc>
                <a:spcPct val="90000"/>
              </a:lnSpc>
              <a:spcAft>
                <a:spcPts val="901"/>
              </a:spcAft>
            </a:pPr>
            <a:r>
              <a:rPr lang="pt-BR" sz="3000" b="1" u="none" strike="noStrike">
                <a:solidFill>
                  <a:srgbClr val="000000"/>
                </a:solidFill>
                <a:effectLst/>
                <a:uFillTx/>
                <a:latin typeface="Arial"/>
                <a:ea typeface="Arial"/>
              </a:rPr>
              <a:t>CONSIDERAÇÕES FINAIS</a:t>
            </a:r>
            <a:endParaRPr lang="pt-BR" sz="3000" b="0" u="none" strike="noStrike">
              <a:solidFill>
                <a:srgbClr val="000000"/>
              </a:solidFill>
              <a:effectLst/>
              <a:uFillTx/>
              <a:latin typeface="Arial"/>
            </a:endParaRPr>
          </a:p>
          <a:p>
            <a:pPr algn="just" defTabSz="2700000">
              <a:lnSpc>
                <a:spcPct val="90000"/>
              </a:lnSpc>
            </a:pPr>
            <a:r>
              <a:rPr lang="pt-BR" sz="3000" b="0" u="none" strike="noStrike">
                <a:solidFill>
                  <a:srgbClr val="000000"/>
                </a:solidFill>
                <a:effectLst/>
                <a:uFillTx/>
                <a:latin typeface="Arial"/>
                <a:ea typeface="Arial"/>
              </a:rPr>
              <a:t>O FitPro demonstrou a viabilidade de centralizar processos relevantes do Studio Bio Fitness em uma aplicação web integrada. A evolução do projeto acrescentou isolamento entre academias, operações administrativas no servidor, auditoria, criação de treinos, persistência de frequência e pagamentos Pix opcionais. Antes de uma adoção comercial ampla, o sistema ainda requer testes contínuos de segurança, acompanhamento das integrações financeiras e validação operacional em diferentes academias.</a:t>
            </a:r>
            <a:endParaRPr lang="pt-BR" sz="3000" b="0" u="none" strike="noStrike">
              <a:solidFill>
                <a:srgbClr val="000000"/>
              </a:solidFill>
              <a:effectLst/>
              <a:uFillTx/>
              <a:latin typeface="Arial"/>
            </a:endParaRPr>
          </a:p>
        </p:txBody>
      </p:sp>
      <p:pic>
        <p:nvPicPr>
          <p:cNvPr id="74" name="Imagem 2"/>
          <p:cNvPicPr/>
          <p:nvPr/>
        </p:nvPicPr>
        <p:blipFill>
          <a:blip r:embed="rId1"/>
          <a:stretch/>
        </p:blipFill>
        <p:spPr>
          <a:xfrm>
            <a:off x="22742280" y="2027520"/>
            <a:ext cx="7994160" cy="2369880"/>
          </a:xfrm>
          <a:prstGeom prst="rect">
            <a:avLst/>
          </a:prstGeom>
          <a:noFill/>
          <a:ln w="0">
            <a:noFill/>
          </a:ln>
        </p:spPr>
      </p:pic>
      <p:pic>
        <p:nvPicPr>
          <p:cNvPr id="75" name="Imagem 3"/>
          <p:cNvPicPr/>
          <p:nvPr/>
        </p:nvPicPr>
        <p:blipFill>
          <a:blip r:embed="rId2"/>
          <a:stretch/>
        </p:blipFill>
        <p:spPr>
          <a:xfrm>
            <a:off x="1447920" y="562680"/>
            <a:ext cx="5628960" cy="5403240"/>
          </a:xfrm>
          <a:prstGeom prst="rect">
            <a:avLst/>
          </a:prstGeom>
          <a:noFill/>
          <a:ln w="0">
            <a:noFill/>
          </a:ln>
        </p:spPr>
      </p:pic>
      <p:sp>
        <p:nvSpPr>
          <p:cNvPr id="76" name="Título 1"/>
          <p:cNvSpPr/>
          <p:nvPr/>
        </p:nvSpPr>
        <p:spPr>
          <a:xfrm>
            <a:off x="1447920" y="6332040"/>
            <a:ext cx="29288520" cy="2558520"/>
          </a:xfrm>
          <a:prstGeom prst="rect">
            <a:avLst/>
          </a:prstGeom>
          <a:noFill/>
          <a:ln w="0">
            <a:noFill/>
          </a:ln>
        </p:spPr>
        <p:style>
          <a:lnRef idx="0"/>
          <a:fillRef idx="0"/>
          <a:effectRef idx="0"/>
          <a:fontRef idx="minor"/>
        </p:style>
        <p:txBody>
          <a:bodyPr anchor="ctr">
            <a:noAutofit/>
          </a:bodyPr>
          <a:p>
            <a:pPr algn="ctr" defTabSz="2700000">
              <a:lnSpc>
                <a:spcPct val="100000"/>
              </a:lnSpc>
            </a:pPr>
            <a:r>
              <a:rPr lang="pt-BR" sz="6600" b="1" u="none" strike="noStrike">
                <a:solidFill>
                  <a:srgbClr val="000000"/>
                </a:solidFill>
                <a:effectLst/>
                <a:uFillTx/>
                <a:latin typeface="Arial Black"/>
                <a:ea typeface="Arial Black"/>
              </a:rPr>
              <a:t>FITPRO: SISTEMA WEB PARA GESTÃO DE PEQUENAS ACADEMIAS</a:t>
            </a:r>
            <a:endParaRPr lang="pt-BR" sz="6600" b="0" u="none" strike="noStrike">
              <a:solidFill>
                <a:srgbClr val="000000"/>
              </a:solidFill>
              <a:effectLst/>
              <a:uFillTx/>
              <a:latin typeface="Arial"/>
            </a:endParaRPr>
          </a:p>
        </p:txBody>
      </p:sp>
      <p:pic>
        <p:nvPicPr>
          <p:cNvPr id="77" name=""/>
          <p:cNvPicPr/>
          <p:nvPr/>
        </p:nvPicPr>
        <p:blipFill>
          <a:blip r:embed="rId3"/>
          <a:stretch/>
        </p:blipFill>
        <p:spPr>
          <a:xfrm>
            <a:off x="3152880" y="35147160"/>
            <a:ext cx="10362960" cy="6476760"/>
          </a:xfrm>
          <a:prstGeom prst="rect">
            <a:avLst/>
          </a:prstGeom>
          <a:noFill/>
          <a:ln w="0">
            <a:noFill/>
          </a:ln>
        </p:spPr>
      </p:pic>
      <p:pic>
        <p:nvPicPr>
          <p:cNvPr id="78" name=""/>
          <p:cNvPicPr/>
          <p:nvPr/>
        </p:nvPicPr>
        <p:blipFill>
          <a:blip r:embed="rId4"/>
          <a:stretch/>
        </p:blipFill>
        <p:spPr>
          <a:xfrm>
            <a:off x="17004600" y="26003160"/>
            <a:ext cx="13443840" cy="5905080"/>
          </a:xfrm>
          <a:prstGeom prst="rect">
            <a:avLst/>
          </a:prstGeom>
          <a:noFill/>
          <a:ln w="0">
            <a:noFill/>
          </a:ln>
        </p:spPr>
      </p:pic>
      <p:sp>
        <p:nvSpPr>
          <p:cNvPr id="79" name=""/>
          <p:cNvSpPr/>
          <p:nvPr/>
        </p:nvSpPr>
        <p:spPr>
          <a:xfrm>
            <a:off x="1143000" y="41719680"/>
            <a:ext cx="14392080" cy="713880"/>
          </a:xfrm>
          <a:prstGeom prst="rect">
            <a:avLst/>
          </a:prstGeom>
          <a:noFill/>
          <a:ln w="0">
            <a:noFill/>
          </a:ln>
        </p:spPr>
        <p:style>
          <a:lnRef idx="0"/>
          <a:fillRef idx="0"/>
          <a:effectRef idx="0"/>
          <a:fontRef idx="minor"/>
        </p:style>
        <p:txBody>
          <a:bodyPr lIns="90000" tIns="45000" rIns="90000" bIns="45000" anchor="ctr">
            <a:noAutofit/>
          </a:bodyPr>
          <a:p>
            <a:pPr algn="ctr" defTabSz="457200">
              <a:lnSpc>
                <a:spcPct val="100000"/>
              </a:lnSpc>
            </a:pPr>
            <a:r>
              <a:rPr lang="pt-BR" sz="2400" b="0" i="1" u="none" strike="noStrike">
                <a:solidFill>
                  <a:srgbClr val="000000"/>
                </a:solidFill>
                <a:effectLst/>
                <a:uFillTx/>
                <a:latin typeface="Arial"/>
                <a:ea typeface="Arial"/>
              </a:rPr>
              <a:t>Figura 1. Perfis de acesso do FitPro. Fonte: elaborado pelo autor (2026).</a:t>
            </a:r>
            <a:endParaRPr lang="pt-BR" sz="2400" b="0" u="none" strike="noStrike">
              <a:solidFill>
                <a:srgbClr val="000000"/>
              </a:solidFill>
              <a:effectLst/>
              <a:uFillTx/>
              <a:latin typeface="Arial"/>
            </a:endParaRPr>
          </a:p>
        </p:txBody>
      </p:sp>
      <p:sp>
        <p:nvSpPr>
          <p:cNvPr id="80" name=""/>
          <p:cNvSpPr/>
          <p:nvPr/>
        </p:nvSpPr>
        <p:spPr>
          <a:xfrm>
            <a:off x="16716240" y="32099400"/>
            <a:ext cx="14020560" cy="713880"/>
          </a:xfrm>
          <a:prstGeom prst="rect">
            <a:avLst/>
          </a:prstGeom>
          <a:noFill/>
          <a:ln w="0">
            <a:noFill/>
          </a:ln>
        </p:spPr>
        <p:style>
          <a:lnRef idx="0"/>
          <a:fillRef idx="0"/>
          <a:effectRef idx="0"/>
          <a:fontRef idx="minor"/>
        </p:style>
        <p:txBody>
          <a:bodyPr lIns="90000" tIns="45000" rIns="90000" bIns="45000" anchor="ctr">
            <a:noAutofit/>
          </a:bodyPr>
          <a:p>
            <a:pPr algn="ctr" defTabSz="457200">
              <a:lnSpc>
                <a:spcPct val="100000"/>
              </a:lnSpc>
            </a:pPr>
            <a:r>
              <a:rPr lang="pt-BR" sz="2400" b="0" i="1" u="none" strike="noStrike">
                <a:solidFill>
                  <a:srgbClr val="000000"/>
                </a:solidFill>
                <a:effectLst/>
                <a:uFillTx/>
                <a:latin typeface="Arial"/>
                <a:ea typeface="Arial"/>
              </a:rPr>
              <a:t>Figura 2. Painel do aluno e acompanhamento do treino. Fonte: elaborado pelo autor (2026).</a:t>
            </a:r>
            <a:endParaRPr lang="pt-B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2026-09-30T10:36:34Z</dcterms:created>
  <dc:creator>Walnut Exporter</dc:creator>
  <dc:description/>
  <dc:language>pt-BR</dc:language>
  <cp:lastModifiedBy/>
  <dcterms:modified xsi:type="dcterms:W3CDTF">2026-09-30T07:51:57Z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