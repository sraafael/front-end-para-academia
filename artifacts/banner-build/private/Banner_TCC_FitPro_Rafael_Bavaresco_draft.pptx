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307e65443e044a3" /><Relationship Type="http://schemas.openxmlformats.org/officeDocument/2006/relationships/extended-properties" Target="/docProps/app.xml" Id="R88c845af09024fbb" /><Relationship Type="http://schemas.openxmlformats.org/officeDocument/2006/relationships/officeDocument" Target="/ppt/presentation.xml" Id="R0086d876736a439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61ee254b3004eed"/>
  </p:sldMasterIdLst>
  <p:notesMasterIdLst>
    <p:notesMasterId xmlns:r="http://schemas.openxmlformats.org/officeDocument/2006/relationships" r:id="R7307d90f292c4580"/>
  </p:notesMasterIdLst>
  <p:sldIdLst>
    <p:sldId xmlns:r="http://schemas.openxmlformats.org/officeDocument/2006/relationships" id="256" r:id="Rab44a0a5cac646b6"/>
  </p:sldIdLst>
  <p:sldSz cx="32399288" cy="43200638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9970f801c4f467c" /><Relationship Type="http://schemas.openxmlformats.org/officeDocument/2006/relationships/slideMaster" Target="/ppt/slideMasters/slideMaster1.xml" Id="R261ee254b3004eed" /><Relationship Type="http://schemas.openxmlformats.org/officeDocument/2006/relationships/notesMaster" Target="/ppt/notesMasters/notesMaster1.xml" Id="R7307d90f292c4580" /><Relationship Type="http://schemas.openxmlformats.org/officeDocument/2006/relationships/presProps" Target="/ppt/presProps.xml" Id="Re8cf404cb591487f" /><Relationship Type="http://schemas.openxmlformats.org/officeDocument/2006/relationships/viewProps" Target="/ppt/viewProps.xml" Id="R6a5d818fb8bc4f44" /><Relationship Type="http://schemas.openxmlformats.org/officeDocument/2006/relationships/tableStyles" Target="/ppt/tableStyles.xml" Id="Rbe21f64c0df64f62" /><Relationship Type="http://schemas.openxmlformats.org/officeDocument/2006/relationships/slide" Target="/ppt/slides/slide1.xml" Id="Rab44a0a5cac646b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f5ee59739e6454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08eb6b61c194a69" /><Relationship Type="http://schemas.openxmlformats.org/officeDocument/2006/relationships/notesMaster" Target="/ppt/notesMasters/notesMaster1.xml" Id="R17fc0de4ca7e4ce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 de conteúdo:</a:t>
            </a:r>
          </a:p>
          <a:p xmlns:a="http://schemas.openxmlformats.org/drawingml/2006/main">
            <a:r>
              <a:t>/home/rafael/Downloads/B2411550048.docx</a:t>
            </a:r>
          </a:p>
          <a:p xmlns:a="http://schemas.openxmlformats.org/drawingml/2006/main">
            <a:r>
              <a:t>/home/rafael/Documentos/TCC-Teste2/Front-end para academia/README.md</a:t>
            </a:r>
          </a:p>
          <a:p xmlns:a="http://schemas.openxmlformats.org/drawingml/2006/main">
            <a:r>
              <a:t>/home/rafael/Documentos/TCC-Teste2/Front-end para academia/docs/roteiro-validacao.md</a:t>
            </a:r>
          </a:p>
          <a:p xmlns:a="http://schemas.openxmlformats.org/drawingml/2006/main">
            <a:r>
              <a:t>/home/rafael/Documentos/TCC-Teste2/Front-end para academia/docs/pix-mercado-pago.md</a:t>
            </a:r>
          </a:p>
          <a:p xmlns:a="http://schemas.openxmlformats.org/drawingml/2006/main">
            <a:r>
              <a:t>O texto concilia a monografia enviada com a versão atual do código e da documentação do projeto.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0c5f3c3e0e427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f345025893476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96315c99a740e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4aebfbcdc44ba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fe58cd38584f7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77e42ecc754a2a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78c2b4e0e440b9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dd1a7c36d94fb8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6f5c0abd134a23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19da46fb094f39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f63f83ffe848a7" /></Relationships>
</file>

<file path=ppt/slideLayouts/slideLayout1.xml><?xml version="1.0" encoding="utf-8"?>
<p:sldLayout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870614B-D667-4EC6-986A-31158FBD216B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2429947" y="7070108"/>
            <a:ext cx="27539395" cy="15040222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21259"/>
            </a:lvl1pPr>
          </a:lstStyle>
          <a:p xmlns:a="http://schemas.openxmlformats.org/drawingml/2006/main">
            <a:r>
              <a:t>Clique para editar o título Mestre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3F41B00-43EA-41D3-BB52-68CF34F4C31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049911" y="22690338"/>
            <a:ext cx="24299466" cy="10430151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8504"/>
            </a:lvl1pPr>
            <a:lvl2pPr marL="1619951" indent="0" algn="ctr">
              <a:buNone/>
              <a:defRPr sz="7086"/>
            </a:lvl2pPr>
            <a:lvl3pPr marL="3239902" indent="0" algn="ctr">
              <a:buNone/>
              <a:defRPr sz="6378"/>
            </a:lvl3pPr>
            <a:lvl4pPr marL="4859853" indent="0" algn="ctr">
              <a:buNone/>
              <a:defRPr sz="5669"/>
            </a:lvl4pPr>
            <a:lvl5pPr marL="6479804" indent="0" algn="ctr">
              <a:buNone/>
              <a:defRPr sz="5669"/>
            </a:lvl5pPr>
            <a:lvl6pPr marL="8099755" indent="0" algn="ctr">
              <a:buNone/>
              <a:defRPr sz="5669"/>
            </a:lvl6pPr>
            <a:lvl7pPr marL="9719706" indent="0" algn="ctr">
              <a:buNone/>
              <a:defRPr sz="5669"/>
            </a:lvl7pPr>
            <a:lvl8pPr marL="11339657" indent="0" algn="ctr">
              <a:buNone/>
              <a:defRPr sz="5669"/>
            </a:lvl8pPr>
            <a:lvl9pPr marL="12959608" indent="0" algn="ctr">
              <a:buNone/>
              <a:defRPr sz="5669"/>
            </a:lvl9pPr>
          </a:lstStyle>
          <a:p xmlns:a="http://schemas.openxmlformats.org/drawingml/2006/main">
            <a:r>
              <a:t>Clique para editar o estilo do subtítulo Mestre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51D16F5-731D-41B1-BAC4-19EF1631A3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B692022-67B8-4243-B832-4E1CA2399455}" type="datetimeFigureOut">
              <a:t>18/09/2026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BAB9A6D-C05A-4446-87A7-BAD4D4815B9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E528D5C-3BE8-4CD9-BB4C-ED3FD7A72C7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2F87FD-1EBD-487C-8D49-3577B274FAFE}" type="slidenum">
              <a:t>‹nº›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B52DCDA-0AF4-49D0-8A6C-C903570AC2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Clique para editar o título Mestre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74C029A-31B4-42CB-9F77-CD392A24624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Editar estilos de texto Mestre</a:t>
            </a:r>
          </a:p>
          <a:p xmlns:a="http://schemas.openxmlformats.org/drawingml/2006/main">
            <a:pPr lvl="1">
              <a:buNone/>
            </a:pPr>
            <a:r>
              <a:t>Segundo nível</a:t>
            </a:r>
          </a:p>
          <a:p xmlns:a="http://schemas.openxmlformats.org/drawingml/2006/main">
            <a:pPr lvl="2">
              <a:buNone/>
            </a:pPr>
            <a:r>
              <a:t>Terceiro nível</a:t>
            </a:r>
          </a:p>
          <a:p xmlns:a="http://schemas.openxmlformats.org/drawingml/2006/main">
            <a:pPr lvl="3">
              <a:buNone/>
            </a:pPr>
            <a:r>
              <a:t>Quarto nível</a:t>
            </a:r>
          </a:p>
          <a:p xmlns:a="http://schemas.openxmlformats.org/drawingml/2006/main">
            <a:pPr lvl="4">
              <a:buNone/>
            </a:pPr>
            <a:r>
              <a:t>Quinto nível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B9CC81B-E1FB-4C2C-B5EB-49B6AD8A8C9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B692022-67B8-4243-B832-4E1CA2399455}" type="datetimeFigureOut">
              <a:t>18/09/2026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F6E1F72-E5DE-4081-8CF3-239BEF59913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04D1617-C156-4BFE-AD64-07F7CD041E6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2F87FD-1EBD-487C-8D49-3577B274FAFE}" type="slidenum">
              <a:t>‹nº›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ED1A304-501A-4F63-894F-C673977B0F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210578" y="10770172"/>
            <a:ext cx="27944386" cy="17970262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21259"/>
            </a:lvl1pPr>
          </a:lstStyle>
          <a:p xmlns:a="http://schemas.openxmlformats.org/drawingml/2006/main">
            <a:r>
              <a:t>Clique para editar o título Mestre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60C6907-0794-48F1-B8C0-A3DA5D66575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210578" y="28910440"/>
            <a:ext cx="27944386" cy="9450136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8504">
                <a:solidFill>
                  <a:schemeClr val="tx1"/>
                </a:solidFill>
              </a:defRPr>
            </a:lvl1pPr>
            <a:lvl2pPr marL="1619951" indent="0">
              <a:buNone/>
              <a:defRPr sz="7086">
                <a:solidFill>
                  <a:schemeClr val="tx1">
                    <a:tint val="75000"/>
                  </a:schemeClr>
                </a:solidFill>
              </a:defRPr>
            </a:lvl2pPr>
            <a:lvl3pPr marL="3239902" indent="0">
              <a:buNone/>
              <a:defRPr sz="6378">
                <a:solidFill>
                  <a:schemeClr val="tx1">
                    <a:tint val="75000"/>
                  </a:schemeClr>
                </a:solidFill>
              </a:defRPr>
            </a:lvl3pPr>
            <a:lvl4pPr marL="4859853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4pPr>
            <a:lvl5pPr marL="6479804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5pPr>
            <a:lvl6pPr marL="8099755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6pPr>
            <a:lvl7pPr marL="9719706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7pPr>
            <a:lvl8pPr marL="11339657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8pPr>
            <a:lvl9pPr marL="12959608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Editar estilos de texto Mestre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1D31DA5-4DD7-4CA5-A0A7-73182883637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B692022-67B8-4243-B832-4E1CA2399455}" type="datetimeFigureOut">
              <a:t>18/09/2026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DD64FA2-8FC9-4CFF-835F-0B68F39296F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E373CF2-94B3-4552-ACC0-FC40BAB411F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2F87FD-1EBD-487C-8D49-3577B274FAFE}" type="slidenum">
              <a:t>‹nº›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F8B3DA5-2D02-4FC3-BEE0-0BEF835D62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Clique para editar o título Mestre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4965748-124D-4386-ACDD-FB960AC7745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227451" y="11500170"/>
            <a:ext cx="13769697" cy="2741040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Editar estilos de texto Mestre</a:t>
            </a:r>
          </a:p>
          <a:p xmlns:a="http://schemas.openxmlformats.org/drawingml/2006/main">
            <a:pPr lvl="1">
              <a:buNone/>
            </a:pPr>
            <a:r>
              <a:t>Segundo nível</a:t>
            </a:r>
          </a:p>
          <a:p xmlns:a="http://schemas.openxmlformats.org/drawingml/2006/main">
            <a:pPr lvl="2">
              <a:buNone/>
            </a:pPr>
            <a:r>
              <a:t>Terceiro nível</a:t>
            </a:r>
          </a:p>
          <a:p xmlns:a="http://schemas.openxmlformats.org/drawingml/2006/main">
            <a:pPr lvl="3">
              <a:buNone/>
            </a:pPr>
            <a:r>
              <a:t>Quarto nível</a:t>
            </a:r>
          </a:p>
          <a:p xmlns:a="http://schemas.openxmlformats.org/drawingml/2006/main">
            <a:pPr lvl="4">
              <a:buNone/>
            </a:pPr>
            <a:r>
              <a:t>Quinto nível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22E7CA6-F63F-4693-8D24-734199B06953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6402140" y="11500170"/>
            <a:ext cx="13769697" cy="2741040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Editar estilos de texto Mestre</a:t>
            </a:r>
          </a:p>
          <a:p xmlns:a="http://schemas.openxmlformats.org/drawingml/2006/main">
            <a:pPr lvl="1">
              <a:buNone/>
            </a:pPr>
            <a:r>
              <a:t>Segundo nível</a:t>
            </a:r>
          </a:p>
          <a:p xmlns:a="http://schemas.openxmlformats.org/drawingml/2006/main">
            <a:pPr lvl="2">
              <a:buNone/>
            </a:pPr>
            <a:r>
              <a:t>Terceiro nível</a:t>
            </a:r>
          </a:p>
          <a:p xmlns:a="http://schemas.openxmlformats.org/drawingml/2006/main">
            <a:pPr lvl="3">
              <a:buNone/>
            </a:pPr>
            <a:r>
              <a:t>Quarto nível</a:t>
            </a:r>
          </a:p>
          <a:p xmlns:a="http://schemas.openxmlformats.org/drawingml/2006/main">
            <a:pPr lvl="4">
              <a:buNone/>
            </a:pPr>
            <a:r>
              <a:t>Quinto nível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A87C0409-3C99-4F3F-8817-034511CCE5A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B692022-67B8-4243-B832-4E1CA2399455}" type="datetimeFigureOut">
              <a:t>18/09/2026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55C6CD4C-A65A-490A-808E-934CE10D585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8853178C-C607-4582-B424-48BEB402BD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2F87FD-1EBD-487C-8D49-3577B274FAFE}" type="slidenum">
              <a:t>‹nº›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596C93E-B547-42B4-B676-71368CA7002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231671" y="2300044"/>
            <a:ext cx="27944386" cy="835012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Clique para editar o título Mestre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EEE7C33-A31B-4224-84EE-9184414A3AC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231675" y="10590160"/>
            <a:ext cx="13706415" cy="5190073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8504" b="1"/>
            </a:lvl1pPr>
            <a:lvl2pPr marL="1619951" indent="0">
              <a:buNone/>
              <a:defRPr sz="7086" b="1"/>
            </a:lvl2pPr>
            <a:lvl3pPr marL="3239902" indent="0">
              <a:buNone/>
              <a:defRPr sz="6378" b="1"/>
            </a:lvl3pPr>
            <a:lvl4pPr marL="4859853" indent="0">
              <a:buNone/>
              <a:defRPr sz="5669" b="1"/>
            </a:lvl4pPr>
            <a:lvl5pPr marL="6479804" indent="0">
              <a:buNone/>
              <a:defRPr sz="5669" b="1"/>
            </a:lvl5pPr>
            <a:lvl6pPr marL="8099755" indent="0">
              <a:buNone/>
              <a:defRPr sz="5669" b="1"/>
            </a:lvl6pPr>
            <a:lvl7pPr marL="9719706" indent="0">
              <a:buNone/>
              <a:defRPr sz="5669" b="1"/>
            </a:lvl7pPr>
            <a:lvl8pPr marL="11339657" indent="0">
              <a:buNone/>
              <a:defRPr sz="5669" b="1"/>
            </a:lvl8pPr>
            <a:lvl9pPr marL="12959608" indent="0">
              <a:buNone/>
              <a:defRPr sz="5669" b="1"/>
            </a:lvl9pPr>
          </a:lstStyle>
          <a:p xmlns:a="http://schemas.openxmlformats.org/drawingml/2006/main">
            <a:pPr lvl="0">
              <a:buNone/>
            </a:pPr>
            <a:r>
              <a:t>Editar estilos de texto Mestre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511AC9E1-523B-4338-8AB5-4CE46B4F420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2231675" y="15780233"/>
            <a:ext cx="13706415" cy="2321034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Editar estilos de texto Mestre</a:t>
            </a:r>
          </a:p>
          <a:p xmlns:a="http://schemas.openxmlformats.org/drawingml/2006/main">
            <a:pPr lvl="1">
              <a:buNone/>
            </a:pPr>
            <a:r>
              <a:t>Segundo nível</a:t>
            </a:r>
          </a:p>
          <a:p xmlns:a="http://schemas.openxmlformats.org/drawingml/2006/main">
            <a:pPr lvl="2">
              <a:buNone/>
            </a:pPr>
            <a:r>
              <a:t>Terceiro nível</a:t>
            </a:r>
          </a:p>
          <a:p xmlns:a="http://schemas.openxmlformats.org/drawingml/2006/main">
            <a:pPr lvl="3">
              <a:buNone/>
            </a:pPr>
            <a:r>
              <a:t>Quarto nível</a:t>
            </a:r>
          </a:p>
          <a:p xmlns:a="http://schemas.openxmlformats.org/drawingml/2006/main">
            <a:pPr lvl="4">
              <a:buNone/>
            </a:pPr>
            <a:r>
              <a:t>Quinto nível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4CF60E0D-8DF9-4611-85CB-C0E5BAE6FA2A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16402142" y="10590160"/>
            <a:ext cx="13773917" cy="5190073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8504" b="1"/>
            </a:lvl1pPr>
            <a:lvl2pPr marL="1619951" indent="0">
              <a:buNone/>
              <a:defRPr sz="7086" b="1"/>
            </a:lvl2pPr>
            <a:lvl3pPr marL="3239902" indent="0">
              <a:buNone/>
              <a:defRPr sz="6378" b="1"/>
            </a:lvl3pPr>
            <a:lvl4pPr marL="4859853" indent="0">
              <a:buNone/>
              <a:defRPr sz="5669" b="1"/>
            </a:lvl4pPr>
            <a:lvl5pPr marL="6479804" indent="0">
              <a:buNone/>
              <a:defRPr sz="5669" b="1"/>
            </a:lvl5pPr>
            <a:lvl6pPr marL="8099755" indent="0">
              <a:buNone/>
              <a:defRPr sz="5669" b="1"/>
            </a:lvl6pPr>
            <a:lvl7pPr marL="9719706" indent="0">
              <a:buNone/>
              <a:defRPr sz="5669" b="1"/>
            </a:lvl7pPr>
            <a:lvl8pPr marL="11339657" indent="0">
              <a:buNone/>
              <a:defRPr sz="5669" b="1"/>
            </a:lvl8pPr>
            <a:lvl9pPr marL="12959608" indent="0">
              <a:buNone/>
              <a:defRPr sz="5669" b="1"/>
            </a:lvl9pPr>
          </a:lstStyle>
          <a:p xmlns:a="http://schemas.openxmlformats.org/drawingml/2006/main">
            <a:pPr lvl="0">
              <a:buNone/>
            </a:pPr>
            <a:r>
              <a:t>Editar estilos de texto Mestre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C70224F2-F435-4040-96C2-77C72C3521F4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16402142" y="15780233"/>
            <a:ext cx="13773917" cy="2321034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Editar estilos de texto Mestre</a:t>
            </a:r>
          </a:p>
          <a:p xmlns:a="http://schemas.openxmlformats.org/drawingml/2006/main">
            <a:pPr lvl="1">
              <a:buNone/>
            </a:pPr>
            <a:r>
              <a:t>Segundo nível</a:t>
            </a:r>
          </a:p>
          <a:p xmlns:a="http://schemas.openxmlformats.org/drawingml/2006/main">
            <a:pPr lvl="2">
              <a:buNone/>
            </a:pPr>
            <a:r>
              <a:t>Terceiro nível</a:t>
            </a:r>
          </a:p>
          <a:p xmlns:a="http://schemas.openxmlformats.org/drawingml/2006/main">
            <a:pPr lvl="3">
              <a:buNone/>
            </a:pPr>
            <a:r>
              <a:t>Quarto nível</a:t>
            </a:r>
          </a:p>
          <a:p xmlns:a="http://schemas.openxmlformats.org/drawingml/2006/main">
            <a:pPr lvl="4">
              <a:buNone/>
            </a:pPr>
            <a:r>
              <a:t>Quinto nível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1C272A1B-324B-4FE1-9A52-1F0062870D2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B692022-67B8-4243-B832-4E1CA2399455}" type="datetimeFigureOut">
              <a:t>18/09/2026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013E2E29-7C6F-41D6-A8A3-4597849F192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059954BE-539C-4F64-A345-481F4F670C1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2F87FD-1EBD-487C-8D49-3577B274FAFE}" type="slidenum">
              <a:t>‹nº›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4957462-CB2C-4572-B3BB-9BD9CBE08C3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Clique para editar o título Mestre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365C8336-F20F-40E7-95FB-9C3C0DBC28B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B692022-67B8-4243-B832-4E1CA2399455}" type="datetimeFigureOut">
              <a:t>18/09/2026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7B39A514-E226-4238-9077-58481636FEA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A3AD0D0-7DCB-498F-9D58-CD493F3D294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2F87FD-1EBD-487C-8D49-3577B274FAFE}" type="slidenum">
              <a:t>‹nº›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549A0BAF-0BFB-4CF1-B7D5-E023A4597C7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B692022-67B8-4243-B832-4E1CA2399455}" type="datetimeFigureOut">
              <a:t>18/09/2026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FB7E053-AD84-4E41-931F-C37819F1E28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DD945FA9-25AF-4D3D-825E-0385E732D63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2F87FD-1EBD-487C-8D49-3577B274FAFE}" type="slidenum">
              <a:t>‹nº›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259981A-30F5-4FE0-9F5D-580533CE34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231671" y="2880042"/>
            <a:ext cx="10449614" cy="10080149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11338"/>
            </a:lvl1pPr>
          </a:lstStyle>
          <a:p xmlns:a="http://schemas.openxmlformats.org/drawingml/2006/main">
            <a:r>
              <a:t>Clique para editar o título Mestre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7CE3B25-D5FC-4051-B01D-BB93D73E4CD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3773917" y="6220102"/>
            <a:ext cx="16402140" cy="3070045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1338"/>
            </a:lvl1pPr>
            <a:lvl2pPr>
              <a:buNone/>
              <a:defRPr sz="9921"/>
            </a:lvl2pPr>
            <a:lvl3pPr>
              <a:buNone/>
              <a:defRPr sz="8504"/>
            </a:lvl3pPr>
            <a:lvl4pPr>
              <a:buNone/>
              <a:defRPr sz="7086"/>
            </a:lvl4pPr>
            <a:lvl5pPr>
              <a:buNone/>
              <a:defRPr sz="7086"/>
            </a:lvl5pPr>
            <a:lvl6pPr>
              <a:buNone/>
              <a:defRPr sz="7086"/>
            </a:lvl6pPr>
            <a:lvl7pPr>
              <a:buNone/>
              <a:defRPr sz="7086"/>
            </a:lvl7pPr>
            <a:lvl8pPr>
              <a:buNone/>
              <a:defRPr sz="7086"/>
            </a:lvl8pPr>
            <a:lvl9pPr>
              <a:buNone/>
              <a:defRPr sz="7086"/>
            </a:lvl9pPr>
          </a:lstStyle>
          <a:p xmlns:a="http://schemas.openxmlformats.org/drawingml/2006/main">
            <a:pPr lvl="0">
              <a:buNone/>
            </a:pPr>
            <a:r>
              <a:t>Editar estilos de texto Mestre</a:t>
            </a:r>
          </a:p>
          <a:p xmlns:a="http://schemas.openxmlformats.org/drawingml/2006/main">
            <a:pPr lvl="1">
              <a:buNone/>
            </a:pPr>
            <a:r>
              <a:t>Segundo nível</a:t>
            </a:r>
          </a:p>
          <a:p xmlns:a="http://schemas.openxmlformats.org/drawingml/2006/main">
            <a:pPr lvl="2">
              <a:buNone/>
            </a:pPr>
            <a:r>
              <a:t>Terceiro nível</a:t>
            </a:r>
          </a:p>
          <a:p xmlns:a="http://schemas.openxmlformats.org/drawingml/2006/main">
            <a:pPr lvl="3">
              <a:buNone/>
            </a:pPr>
            <a:r>
              <a:t>Quarto nível</a:t>
            </a:r>
          </a:p>
          <a:p xmlns:a="http://schemas.openxmlformats.org/drawingml/2006/main">
            <a:pPr lvl="4">
              <a:buNone/>
            </a:pPr>
            <a:r>
              <a:t>Quinto nível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B43B54D-4584-4AA9-B5D4-A5AAA0D018D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2231671" y="12960191"/>
            <a:ext cx="10449614" cy="2401035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5669"/>
            </a:lvl1pPr>
            <a:lvl2pPr marL="1619951" indent="0">
              <a:buNone/>
              <a:defRPr sz="4960"/>
            </a:lvl2pPr>
            <a:lvl3pPr marL="3239902" indent="0">
              <a:buNone/>
              <a:defRPr sz="4252"/>
            </a:lvl3pPr>
            <a:lvl4pPr marL="4859853" indent="0">
              <a:buNone/>
              <a:defRPr sz="3543"/>
            </a:lvl4pPr>
            <a:lvl5pPr marL="6479804" indent="0">
              <a:buNone/>
              <a:defRPr sz="3543"/>
            </a:lvl5pPr>
            <a:lvl6pPr marL="8099755" indent="0">
              <a:buNone/>
              <a:defRPr sz="3543"/>
            </a:lvl6pPr>
            <a:lvl7pPr marL="9719706" indent="0">
              <a:buNone/>
              <a:defRPr sz="3543"/>
            </a:lvl7pPr>
            <a:lvl8pPr marL="11339657" indent="0">
              <a:buNone/>
              <a:defRPr sz="3543"/>
            </a:lvl8pPr>
            <a:lvl9pPr marL="12959608" indent="0">
              <a:buNone/>
              <a:defRPr sz="3543"/>
            </a:lvl9pPr>
          </a:lstStyle>
          <a:p xmlns:a="http://schemas.openxmlformats.org/drawingml/2006/main">
            <a:pPr lvl="0">
              <a:buNone/>
            </a:pPr>
            <a:r>
              <a:t>Editar estilos de texto Mestre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896E30F-D3EB-4156-9306-EDF549CDE6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B692022-67B8-4243-B832-4E1CA2399455}" type="datetimeFigureOut">
              <a:t>18/09/2026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73FAAFA-A53F-4E5B-95F6-A56069E5B20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152E40E-FB80-4519-A223-30114D7AAFC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2F87FD-1EBD-487C-8D49-3577B274FAFE}" type="slidenum">
              <a:t>‹nº›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45B26D4-024A-4255-99BE-5460C97529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231671" y="2880042"/>
            <a:ext cx="10449614" cy="10080149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11338"/>
            </a:lvl1pPr>
          </a:lstStyle>
          <a:p xmlns:a="http://schemas.openxmlformats.org/drawingml/2006/main">
            <a:r>
              <a:t>Clique para editar o título Mestre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8D7193C3-6A4E-4AF0-A1D5-40DB3C06377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3773917" y="6220102"/>
            <a:ext cx="16402140" cy="30700453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>
              <a:buNone/>
              <a:defRPr sz="11338"/>
            </a:lvl1pPr>
            <a:lvl2pPr marL="1619951" indent="0">
              <a:buNone/>
              <a:defRPr sz="9921"/>
            </a:lvl2pPr>
            <a:lvl3pPr marL="3239902" indent="0">
              <a:buNone/>
              <a:defRPr sz="8504"/>
            </a:lvl3pPr>
            <a:lvl4pPr marL="4859853" indent="0">
              <a:buNone/>
              <a:defRPr sz="7086"/>
            </a:lvl4pPr>
            <a:lvl5pPr marL="6479804" indent="0">
              <a:buNone/>
              <a:defRPr sz="7086"/>
            </a:lvl5pPr>
            <a:lvl6pPr marL="8099755" indent="0">
              <a:buNone/>
              <a:defRPr sz="7086"/>
            </a:lvl6pPr>
            <a:lvl7pPr marL="9719706" indent="0">
              <a:buNone/>
              <a:defRPr sz="7086"/>
            </a:lvl7pPr>
            <a:lvl8pPr marL="11339657" indent="0">
              <a:buNone/>
              <a:defRPr sz="7086"/>
            </a:lvl8pPr>
            <a:lvl9pPr marL="12959608" indent="0">
              <a:buNone/>
              <a:defRPr sz="7086"/>
            </a:lvl9pPr>
          </a:lstStyle>
          <a:p xmlns:a="http://schemas.openxmlformats.org/drawingml/2006/main">
            <a:r>
              <a:t>Clique no ícone para adicionar uma imagem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CF0B73DB-2647-4386-B25B-49B4C1780FB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2231671" y="12960191"/>
            <a:ext cx="10449614" cy="2401035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5669"/>
            </a:lvl1pPr>
            <a:lvl2pPr marL="1619951" indent="0">
              <a:buNone/>
              <a:defRPr sz="4960"/>
            </a:lvl2pPr>
            <a:lvl3pPr marL="3239902" indent="0">
              <a:buNone/>
              <a:defRPr sz="4252"/>
            </a:lvl3pPr>
            <a:lvl4pPr marL="4859853" indent="0">
              <a:buNone/>
              <a:defRPr sz="3543"/>
            </a:lvl4pPr>
            <a:lvl5pPr marL="6479804" indent="0">
              <a:buNone/>
              <a:defRPr sz="3543"/>
            </a:lvl5pPr>
            <a:lvl6pPr marL="8099755" indent="0">
              <a:buNone/>
              <a:defRPr sz="3543"/>
            </a:lvl6pPr>
            <a:lvl7pPr marL="9719706" indent="0">
              <a:buNone/>
              <a:defRPr sz="3543"/>
            </a:lvl7pPr>
            <a:lvl8pPr marL="11339657" indent="0">
              <a:buNone/>
              <a:defRPr sz="3543"/>
            </a:lvl8pPr>
            <a:lvl9pPr marL="12959608" indent="0">
              <a:buNone/>
              <a:defRPr sz="3543"/>
            </a:lvl9pPr>
          </a:lstStyle>
          <a:p xmlns:a="http://schemas.openxmlformats.org/drawingml/2006/main">
            <a:pPr lvl="0">
              <a:buNone/>
            </a:pPr>
            <a:r>
              <a:t>Editar estilos de texto Mestre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7B491860-4A4D-4E7E-B8F3-7B802C19B44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B692022-67B8-4243-B832-4E1CA2399455}" type="datetimeFigureOut">
              <a:t>18/09/2026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2F251F46-6EA1-4417-AD47-BC32AA9146E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8522639-F3C6-4D6A-A280-0F80D687DD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2F87FD-1EBD-487C-8D49-3577B274FAFE}" type="slidenum">
              <a:t>‹nº›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A681D38-1EE7-4260-8E5C-69300FEE2C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Clique para editar o título Mestre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55CDDC05-F47E-442E-8859-D4F01BE145D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Editar estilos de texto Mestre</a:t>
            </a:r>
          </a:p>
          <a:p xmlns:a="http://schemas.openxmlformats.org/drawingml/2006/main">
            <a:pPr lvl="1">
              <a:buNone/>
            </a:pPr>
            <a:r>
              <a:t>Segundo nível</a:t>
            </a:r>
          </a:p>
          <a:p xmlns:a="http://schemas.openxmlformats.org/drawingml/2006/main">
            <a:pPr lvl="2">
              <a:buNone/>
            </a:pPr>
            <a:r>
              <a:t>Terceiro nível</a:t>
            </a:r>
          </a:p>
          <a:p xmlns:a="http://schemas.openxmlformats.org/drawingml/2006/main">
            <a:pPr lvl="3">
              <a:buNone/>
            </a:pPr>
            <a:r>
              <a:t>Quarto nível</a:t>
            </a:r>
          </a:p>
          <a:p xmlns:a="http://schemas.openxmlformats.org/drawingml/2006/main">
            <a:pPr lvl="4">
              <a:buNone/>
            </a:pPr>
            <a:r>
              <a:t>Quinto nível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07D4467-F371-4CA8-9E9E-E0232D08F8B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B692022-67B8-4243-B832-4E1CA2399455}" type="datetimeFigureOut">
              <a:t>18/09/2026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E212F02-F261-4043-9E99-A8EE176E7A5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425BB0B-7AE3-4FB9-BEE0-C1F41AD5D2E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2F87FD-1EBD-487C-8D49-3577B274FAFE}" type="slidenum">
              <a:t>‹nº›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90DC8684-DAF3-44CB-ABE8-3AC35E5570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185742" y="2300034"/>
            <a:ext cx="6986096" cy="36610544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Clique para editar o título Mestre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07EDD1B9-89E4-4F5A-80C2-F87993B386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227453" y="2300034"/>
            <a:ext cx="20553298" cy="36610544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Editar estilos de texto Mestre</a:t>
            </a:r>
          </a:p>
          <a:p xmlns:a="http://schemas.openxmlformats.org/drawingml/2006/main">
            <a:pPr lvl="1">
              <a:buNone/>
            </a:pPr>
            <a:r>
              <a:t>Segundo nível</a:t>
            </a:r>
          </a:p>
          <a:p xmlns:a="http://schemas.openxmlformats.org/drawingml/2006/main">
            <a:pPr lvl="2">
              <a:buNone/>
            </a:pPr>
            <a:r>
              <a:t>Terceiro nível</a:t>
            </a:r>
          </a:p>
          <a:p xmlns:a="http://schemas.openxmlformats.org/drawingml/2006/main">
            <a:pPr lvl="3">
              <a:buNone/>
            </a:pPr>
            <a:r>
              <a:t>Quarto nível</a:t>
            </a:r>
          </a:p>
          <a:p xmlns:a="http://schemas.openxmlformats.org/drawingml/2006/main">
            <a:pPr lvl="4">
              <a:buNone/>
            </a:pPr>
            <a:r>
              <a:t>Quinto nível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5568A8D-A679-4C87-8008-B95804E8AA7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B692022-67B8-4243-B832-4E1CA2399455}" type="datetimeFigureOut">
              <a:t>18/09/2026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CB2E002-9C25-46E6-B3FD-0D7725B4A58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07E2686-C053-44A0-83DB-042CB625D9F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2F87FD-1EBD-487C-8D49-3577B274FAFE}" type="slidenum">
              <a:t>‹nº›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e8b6ccba7d14e90" /><Relationship Type="http://schemas.openxmlformats.org/officeDocument/2006/relationships/slideLayout" Target="/ppt/slideLayouts/slideLayout1.xml" Id="R3365ebe5e86248ff" /><Relationship Type="http://schemas.openxmlformats.org/officeDocument/2006/relationships/slideLayout" Target="/ppt/slideLayouts/slideLayout2.xml" Id="R9868850ee43f499c" /><Relationship Type="http://schemas.openxmlformats.org/officeDocument/2006/relationships/slideLayout" Target="/ppt/slideLayouts/slideLayout3.xml" Id="Rf835b69d8aaa469a" /><Relationship Type="http://schemas.openxmlformats.org/officeDocument/2006/relationships/slideLayout" Target="/ppt/slideLayouts/slideLayout4.xml" Id="R3392e304c7464d9b" /><Relationship Type="http://schemas.openxmlformats.org/officeDocument/2006/relationships/slideLayout" Target="/ppt/slideLayouts/slideLayout5.xml" Id="R473dc57424ef4b4c" /><Relationship Type="http://schemas.openxmlformats.org/officeDocument/2006/relationships/slideLayout" Target="/ppt/slideLayouts/slideLayout6.xml" Id="R17dca69bc0594c9a" /><Relationship Type="http://schemas.openxmlformats.org/officeDocument/2006/relationships/slideLayout" Target="/ppt/slideLayouts/slideLayout7.xml" Id="Rdc75abea4b73464c" /><Relationship Type="http://schemas.openxmlformats.org/officeDocument/2006/relationships/slideLayout" Target="/ppt/slideLayouts/slideLayout8.xml" Id="R7dbbc665b38f4dd6" /><Relationship Type="http://schemas.openxmlformats.org/officeDocument/2006/relationships/slideLayout" Target="/ppt/slideLayouts/slideLayout9.xml" Id="R9fa44ef0e9694210" /><Relationship Type="http://schemas.openxmlformats.org/officeDocument/2006/relationships/slideLayout" Target="/ppt/slideLayouts/slideLayout10.xml" Id="R5ad4ea8b32224003" /><Relationship Type="http://schemas.openxmlformats.org/officeDocument/2006/relationships/slideLayout" Target="/ppt/slideLayouts/slideLayout11.xml" Id="Rce8106835328400c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A5A3A3CD-7EA8-4278-BF30-D16CA7B3C7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227451" y="2300044"/>
            <a:ext cx="27944386" cy="835012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Clique para editar o título Mestre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9239402-ED2E-4419-91B0-81DF34BC077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227451" y="11500170"/>
            <a:ext cx="27944386" cy="2741040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Editar estilos de texto Mestre</a:t>
            </a:r>
          </a:p>
          <a:p xmlns:a="http://schemas.openxmlformats.org/drawingml/2006/main">
            <a:pPr lvl="1">
              <a:buNone/>
            </a:pPr>
            <a:r>
              <a:t>Segundo nível</a:t>
            </a:r>
          </a:p>
          <a:p xmlns:a="http://schemas.openxmlformats.org/drawingml/2006/main">
            <a:pPr lvl="2">
              <a:buNone/>
            </a:pPr>
            <a:r>
              <a:t>Terceiro nível</a:t>
            </a:r>
          </a:p>
          <a:p xmlns:a="http://schemas.openxmlformats.org/drawingml/2006/main">
            <a:pPr lvl="3">
              <a:buNone/>
            </a:pPr>
            <a:r>
              <a:t>Quarto nível</a:t>
            </a:r>
          </a:p>
          <a:p xmlns:a="http://schemas.openxmlformats.org/drawingml/2006/main">
            <a:pPr lvl="4">
              <a:buNone/>
            </a:pPr>
            <a:r>
              <a:t>Quinto nível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E6CDA45-0CBF-44A8-9971-02EE806E9BE6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2227451" y="40040601"/>
            <a:ext cx="7289840" cy="230003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4252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B692022-67B8-4243-B832-4E1CA2399455}" type="datetimeFigureOut">
              <a:t>18/09/2026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AD8818A-D390-4E6A-98C0-1EFAA52E055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0732264" y="40040601"/>
            <a:ext cx="10934760" cy="230003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4252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782812B-7FBB-4276-A248-98BAF8743D0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22881997" y="40040601"/>
            <a:ext cx="7289840" cy="230003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4252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DC2F87FD-1EBD-487C-8D49-3577B274FAFE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365ebe5e86248ff"/>
    <p:sldLayoutId xmlns:r="http://schemas.openxmlformats.org/officeDocument/2006/relationships" id="2147483650" r:id="R9868850ee43f499c"/>
    <p:sldLayoutId xmlns:r="http://schemas.openxmlformats.org/officeDocument/2006/relationships" id="2147483651" r:id="Rf835b69d8aaa469a"/>
    <p:sldLayoutId xmlns:r="http://schemas.openxmlformats.org/officeDocument/2006/relationships" id="2147483652" r:id="R3392e304c7464d9b"/>
    <p:sldLayoutId xmlns:r="http://schemas.openxmlformats.org/officeDocument/2006/relationships" id="2147483653" r:id="R473dc57424ef4b4c"/>
    <p:sldLayoutId xmlns:r="http://schemas.openxmlformats.org/officeDocument/2006/relationships" id="2147483654" r:id="R17dca69bc0594c9a"/>
    <p:sldLayoutId xmlns:r="http://schemas.openxmlformats.org/officeDocument/2006/relationships" id="2147483655" r:id="Rdc75abea4b73464c"/>
    <p:sldLayoutId xmlns:r="http://schemas.openxmlformats.org/officeDocument/2006/relationships" id="2147483656" r:id="R7dbbc665b38f4dd6"/>
    <p:sldLayoutId xmlns:r="http://schemas.openxmlformats.org/officeDocument/2006/relationships" id="2147483657" r:id="R9fa44ef0e9694210"/>
    <p:sldLayoutId xmlns:r="http://schemas.openxmlformats.org/officeDocument/2006/relationships" id="2147483658" r:id="R5ad4ea8b32224003"/>
    <p:sldLayoutId xmlns:r="http://schemas.openxmlformats.org/officeDocument/2006/relationships" id="2147483659" r:id="Rce8106835328400c"/>
  </p:sldLayoutIdLst>
  <p:txStyles>
    <p:titleStyle>
      <a:lvl1pPr xmlns:a="http://schemas.openxmlformats.org/drawingml/2006/main" algn="l" defTabSz="3239902">
        <a:lnSpc>
          <a:spcPct val="90000"/>
        </a:lnSpc>
        <a:spcBef>
          <a:spcPct val="0"/>
        </a:spcBef>
        <a:buNone/>
        <a:defRPr sz="1559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809976" indent="-809976" algn="l" defTabSz="3239902">
        <a:lnSpc>
          <a:spcPct val="90000"/>
        </a:lnSpc>
        <a:spcBef>
          <a:spcPts val="3543"/>
        </a:spcBef>
        <a:buFont typeface="Arial"/>
        <a:buChar char="•"/>
        <a:defRPr sz="9921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2429927" indent="-809976" algn="l" defTabSz="3239902">
        <a:lnSpc>
          <a:spcPct val="90000"/>
        </a:lnSpc>
        <a:spcBef>
          <a:spcPts val="1772"/>
        </a:spcBef>
        <a:buFont typeface="Arial"/>
        <a:buChar char="•"/>
        <a:defRPr sz="8504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4049878" indent="-809976" algn="l" defTabSz="3239902">
        <a:lnSpc>
          <a:spcPct val="90000"/>
        </a:lnSpc>
        <a:spcBef>
          <a:spcPts val="1772"/>
        </a:spcBef>
        <a:buFont typeface="Arial"/>
        <a:buChar char="•"/>
        <a:defRPr sz="7086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5669829" indent="-809976" algn="l" defTabSz="3239902">
        <a:lnSpc>
          <a:spcPct val="90000"/>
        </a:lnSpc>
        <a:spcBef>
          <a:spcPts val="1772"/>
        </a:spcBef>
        <a:buFont typeface="Arial"/>
        <a:buChar char="•"/>
        <a:defRPr sz="6378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7289780" indent="-809976" algn="l" defTabSz="3239902">
        <a:lnSpc>
          <a:spcPct val="90000"/>
        </a:lnSpc>
        <a:spcBef>
          <a:spcPts val="1772"/>
        </a:spcBef>
        <a:buFont typeface="Arial"/>
        <a:buChar char="•"/>
        <a:defRPr sz="6378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8909731" indent="-809976" algn="l" defTabSz="3239902">
        <a:lnSpc>
          <a:spcPct val="90000"/>
        </a:lnSpc>
        <a:spcBef>
          <a:spcPts val="1772"/>
        </a:spcBef>
        <a:buFont typeface="Arial"/>
        <a:buChar char="•"/>
        <a:defRPr sz="6378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10529682" indent="-809976" algn="l" defTabSz="3239902">
        <a:lnSpc>
          <a:spcPct val="90000"/>
        </a:lnSpc>
        <a:spcBef>
          <a:spcPts val="1772"/>
        </a:spcBef>
        <a:buFont typeface="Arial"/>
        <a:buChar char="•"/>
        <a:defRPr sz="6378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12149633" indent="-809976" algn="l" defTabSz="3239902">
        <a:lnSpc>
          <a:spcPct val="90000"/>
        </a:lnSpc>
        <a:spcBef>
          <a:spcPts val="1772"/>
        </a:spcBef>
        <a:buFont typeface="Arial"/>
        <a:buChar char="•"/>
        <a:defRPr sz="6378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13769584" indent="-809976" algn="l" defTabSz="3239902">
        <a:lnSpc>
          <a:spcPct val="90000"/>
        </a:lnSpc>
        <a:spcBef>
          <a:spcPts val="1772"/>
        </a:spcBef>
        <a:buFont typeface="Arial"/>
        <a:buChar char="•"/>
        <a:defRPr sz="6378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3239902">
        <a:buNone/>
        <a:defRPr sz="6378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1619951" algn="l" defTabSz="3239902">
        <a:buNone/>
        <a:defRPr sz="6378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3239902" algn="l" defTabSz="3239902">
        <a:buNone/>
        <a:defRPr sz="6378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4859853" algn="l" defTabSz="3239902">
        <a:buNone/>
        <a:defRPr sz="6378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6479804" algn="l" defTabSz="3239902">
        <a:buNone/>
        <a:defRPr sz="6378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8099755" algn="l" defTabSz="3239902">
        <a:buNone/>
        <a:defRPr sz="6378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9719706" algn="l" defTabSz="3239902">
        <a:buNone/>
        <a:defRPr sz="6378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11339657" algn="l" defTabSz="3239902">
        <a:buNone/>
        <a:defRPr sz="6378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12959608" algn="l" defTabSz="3239902">
        <a:buNone/>
        <a:defRPr sz="6378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0e827509974a55" /><Relationship Type="http://schemas.openxmlformats.org/officeDocument/2006/relationships/image" Target="/ppt/media/image.png" Id="R4289a9b5cf734c0e" /><Relationship Type="http://schemas.openxmlformats.org/officeDocument/2006/relationships/image" Target="/ppt/media/image.jpeg" Id="Rebd17304fd7e42da" /><Relationship Type="http://schemas.openxmlformats.org/officeDocument/2006/relationships/image" Target="/ppt/media/image2.png" Id="R24575d6dd85240de" /><Relationship Type="http://schemas.openxmlformats.org/officeDocument/2006/relationships/image" Target="/ppt/media/image3.png" Id="Rfe742983d7904062" /><Relationship Type="http://schemas.openxmlformats.org/officeDocument/2006/relationships/notesSlide" Target="/ppt/notesSlides/notesSlide1.xml" Id="Rbbd6ac3f448b492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BAB8CB61-02A0-4035-B25F-4773CA2FD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0375" y="8496300"/>
            <a:ext cx="3524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00"/>
          </a:solidFill>
          <a:ln xmlns:a="http://schemas.openxmlformats.org/drawingml/2006/main" w="0">
            <a:noFill/>
          </a:ln>
        </p:spPr>
      </p:sp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CA0498DB-9E8D-46D1-8C1C-57D2A6CAB3E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2667000" y="8763000"/>
            <a:ext cx="27051000" cy="1666875"/>
          </a:xfrm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85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Aluno: Rafael Bavaresco Messias Moura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285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850">
                <a:solidFill>
                  <a:srgbClr val="202124"/>
                </a:solidFill>
                <a:latin typeface="Arial"/>
                <a:ea typeface="Arial"/>
                <a:cs typeface="Arial"/>
              </a:rPr>
              <a:t>Orientador: Prof. Esp. Célio Desiró</a:t>
            </a:r>
          </a:p>
        </p:txBody>
      </p:sp>
      <p:sp>
        <p:nvSpPr>
          <p:cNvPr id="8" name="Título 1">
            <a:extLst xmlns:a="http://schemas.openxmlformats.org/drawingml/2006/main">
              <a:ext uri="{FF2B5EF4-FFF2-40B4-BE49-F238E27FC236}">
                <a16:creationId xmlns:a16="http://schemas.microsoft.com/office/drawing/2014/main" id="{ACED6C1E-98E0-42EA-9621-B34814767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0572750"/>
            <a:ext cx="27622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vert="horz" wrap="square" lIns="38100" tIns="19050" rIns="38100" bIns="19050" anchor="ctr">
            <a:noAutofit/>
          </a:bodyPr>
          <a:lstStyle xmlns:a="http://schemas.openxmlformats.org/drawingml/2006/main">
            <a:lvl1pPr algn="ctr" defTabSz="2700040">
              <a:lnSpc>
                <a:spcPct val="90000"/>
              </a:lnSpc>
              <a:spcBef>
                <a:spcPct val="0"/>
              </a:spcBef>
              <a:buNone/>
              <a:defRPr sz="17717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ctr">
              <a:lnSpc>
                <a:spcPct val="100000"/>
              </a:lnSpc>
              <a:buClr>
                <a:schemeClr val="accent1"/>
              </a:buClr>
              <a:buSzPct val="80000"/>
              <a:buNone/>
              <a:defRPr sz="210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F6368"/>
                </a:solidFill>
                <a:latin typeface="Arial"/>
                <a:ea typeface="Arial"/>
                <a:cs typeface="Arial"/>
              </a:rPr>
              <a:t>Curso de Análise e Desenvolvimento de Sistemas, IMESA/FEMA, Assis/SP</a:t>
            </a:r>
            <a:endParaRPr sz="2800">
              <a:latin typeface="Arial"/>
              <a:ea typeface="Arial"/>
              <a:cs typeface="Arial"/>
            </a:endParaRPr>
          </a:p>
        </p:txBody>
      </p:sp>
      <p:sp>
        <p:nvSpPr>
          <p:cNvPr id="10" name="Título 1">
            <a:extLst xmlns:a="http://schemas.openxmlformats.org/drawingml/2006/main">
              <a:ext uri="{FF2B5EF4-FFF2-40B4-BE49-F238E27FC236}">
                <a16:creationId xmlns:a16="http://schemas.microsoft.com/office/drawing/2014/main" id="{33EB498C-C51F-47B6-8716-04F82B462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2954000"/>
            <a:ext cx="14392275" cy="619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vert="horz" wrap="square" lIns="76200" tIns="57150" rIns="76200" bIns="57150" anchor="t">
            <a:noAutofit/>
          </a:bodyPr>
          <a:lstStyle xmlns:a="http://schemas.openxmlformats.org/drawingml/2006/main">
            <a:lvl1pPr algn="ctr" defTabSz="2700040">
              <a:lnSpc>
                <a:spcPct val="90000"/>
              </a:lnSpc>
              <a:spcBef>
                <a:spcPct val="0"/>
              </a:spcBef>
              <a:buNone/>
              <a:defRPr sz="17717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l">
              <a:lnSpc>
                <a:spcPct val="105000"/>
              </a:lnSpc>
              <a:spcAft>
                <a:spcPts val="900"/>
              </a:spcAft>
              <a:buNone/>
              <a:defRPr sz="2325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INTRODUÇÃO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900"/>
              </a:spcAft>
              <a:buNone/>
              <a:defRPr sz="2325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325">
                <a:solidFill>
                  <a:srgbClr val="202124"/>
                </a:solidFill>
                <a:latin typeface="Arial"/>
                <a:ea typeface="Arial"/>
                <a:cs typeface="Arial"/>
              </a:rPr>
              <a:t>Pequenas academias ainda podem manter cadastros, frequência, treinos e controles financeiros distribuídos entre papéis, planilhas e aplicativos de mensagens. Essa fragmentação dificulta o histórico das operações e aumenta o retrabalho (LAUDON; LAUDON, 2016).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325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325">
                <a:solidFill>
                  <a:srgbClr val="202124"/>
                </a:solidFill>
                <a:latin typeface="Arial"/>
                <a:ea typeface="Arial"/>
                <a:cs typeface="Arial"/>
              </a:rPr>
              <a:t>O FitPro foi desenvolvido no contexto do Studio Bio Fitness para centralizar essas rotinas em uma aplicação web com áreas próprias para proprietário, administração, professor e aluno. O tratamento de dados pessoais também exige controles compatíveis com a LGPD (BRASIL, 2018).</a:t>
            </a:r>
          </a:p>
        </p:txBody>
      </p:sp>
      <p:sp>
        <p:nvSpPr>
          <p:cNvPr id="9" name="CaixaDeTexto 8">
            <a:extLst xmlns:a="http://schemas.openxmlformats.org/drawingml/2006/main">
              <a:ext uri="{FF2B5EF4-FFF2-40B4-BE49-F238E27FC236}">
                <a16:creationId xmlns:a16="http://schemas.microsoft.com/office/drawing/2014/main" id="{966A0141-99EC-4F2F-83BE-7CC19192C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16375" y="37052250"/>
            <a:ext cx="14020800" cy="105354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57150" rIns="76200" bIns="571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900"/>
              </a:spcAft>
              <a:buNone/>
              <a:defRPr sz="180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REFERÊNCIAS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400"/>
              </a:spcAft>
              <a:buNone/>
              <a:defRPr sz="180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02124"/>
                </a:solidFill>
                <a:latin typeface="Arial"/>
                <a:ea typeface="Arial"/>
                <a:cs typeface="Arial"/>
              </a:rPr>
              <a:t>BECK, K. et al. Manifesto for Agile Software Development. 2001.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400"/>
              </a:spcAft>
              <a:buNone/>
              <a:defRPr sz="180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02124"/>
                </a:solidFill>
                <a:latin typeface="Arial"/>
                <a:ea typeface="Arial"/>
                <a:cs typeface="Arial"/>
              </a:rPr>
              <a:t>BRASIL. Lei nº 13.709, de 14 de agosto de 2018. Lei Geral de Proteção de Dados Pessoais.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400"/>
              </a:spcAft>
              <a:buNone/>
              <a:defRPr sz="180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02124"/>
                </a:solidFill>
                <a:latin typeface="Arial"/>
                <a:ea typeface="Arial"/>
                <a:cs typeface="Arial"/>
              </a:rPr>
              <a:t>LAUDON, K. C.; LAUDON, J. P. Sistemas de informação gerenciais. 11. ed. 2016.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80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02124"/>
                </a:solidFill>
                <a:latin typeface="Arial"/>
                <a:ea typeface="Arial"/>
                <a:cs typeface="Arial"/>
              </a:rPr>
              <a:t>SUPABASE. Row Level Security. 2026.</a:t>
            </a:r>
          </a:p>
        </p:txBody>
      </p:sp>
      <p:sp>
        <p:nvSpPr>
          <p:cNvPr id="18" name="Título 1">
            <a:extLst xmlns:a="http://schemas.openxmlformats.org/drawingml/2006/main">
              <a:ext uri="{FF2B5EF4-FFF2-40B4-BE49-F238E27FC236}">
                <a16:creationId xmlns:a16="http://schemas.microsoft.com/office/drawing/2014/main" id="{CFD256F6-7159-4362-960E-F32E99D51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146000"/>
            <a:ext cx="14392275" cy="685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vert="horz" wrap="square" lIns="76200" tIns="57150" rIns="76200" bIns="57150" anchor="t">
            <a:noAutofit/>
          </a:bodyPr>
          <a:lstStyle xmlns:a="http://schemas.openxmlformats.org/drawingml/2006/main">
            <a:lvl1pPr algn="ctr" defTabSz="2700040">
              <a:lnSpc>
                <a:spcPct val="90000"/>
              </a:lnSpc>
              <a:spcBef>
                <a:spcPct val="0"/>
              </a:spcBef>
              <a:buNone/>
              <a:defRPr sz="17717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l">
              <a:lnSpc>
                <a:spcPct val="105000"/>
              </a:lnSpc>
              <a:spcAft>
                <a:spcPts val="900"/>
              </a:spcAft>
              <a:buNone/>
              <a:defRPr sz="225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METODOLOGIA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900"/>
              </a:spcAft>
              <a:buNone/>
              <a:defRPr sz="225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202124"/>
                </a:solidFill>
                <a:latin typeface="Arial"/>
                <a:ea typeface="Arial"/>
                <a:cs typeface="Arial"/>
              </a:rPr>
              <a:t>Pesquisa aplicada, exploratória e qualitativa. As necessidades foram levantadas por observação da rotina, conversas com pessoas envolvidas e revisão sucessiva das telas e fluxos.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900"/>
              </a:spcAft>
              <a:buNone/>
              <a:defRPr sz="225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202124"/>
                </a:solidFill>
                <a:latin typeface="Arial"/>
                <a:ea typeface="Arial"/>
                <a:cs typeface="Arial"/>
              </a:rPr>
              <a:t>O desenvolvimento seguiu ciclos incrementais de entendimento, implementação e validação funcional, em alinhamento com princípios ágeis (BECK et al., 2001).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25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202124"/>
                </a:solidFill>
                <a:latin typeface="Arial"/>
                <a:ea typeface="Arial"/>
                <a:cs typeface="Arial"/>
              </a:rPr>
              <a:t>A versão atual utiliza React 19 e TypeScript no front-end, Supabase Auth e Data API, PostgreSQL, Edge Functions, políticas RLS e Zustand para estado da aplicação. Os resultados são específicos ao contexto estudado e não representam inferência estatística sobre o setor.</a:t>
            </a:r>
          </a:p>
        </p:txBody>
      </p:sp>
      <p:sp>
        <p:nvSpPr>
          <p:cNvPr id="20" name="Título 1">
            <a:extLst xmlns:a="http://schemas.openxmlformats.org/drawingml/2006/main">
              <a:ext uri="{FF2B5EF4-FFF2-40B4-BE49-F238E27FC236}">
                <a16:creationId xmlns:a16="http://schemas.microsoft.com/office/drawing/2014/main" id="{35834311-3DFF-4D7B-A104-AD8C31AE9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240500"/>
            <a:ext cx="14392275" cy="581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vert="horz" wrap="square" lIns="76200" tIns="57150" rIns="76200" bIns="57150" anchor="t">
            <a:noAutofit/>
          </a:bodyPr>
          <a:lstStyle xmlns:a="http://schemas.openxmlformats.org/drawingml/2006/main">
            <a:lvl1pPr algn="ctr" defTabSz="2700040">
              <a:lnSpc>
                <a:spcPct val="90000"/>
              </a:lnSpc>
              <a:spcBef>
                <a:spcPct val="0"/>
              </a:spcBef>
              <a:buNone/>
              <a:defRPr sz="17717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l">
              <a:lnSpc>
                <a:spcPct val="105000"/>
              </a:lnSpc>
              <a:spcAft>
                <a:spcPts val="900"/>
              </a:spcAft>
              <a:buNone/>
              <a:defRPr sz="225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OBJETIVOS</a:t>
            </a:r>
          </a:p>
          <a:p xmlns:a="http://schemas.openxmlformats.org/drawingml/2006/main">
            <a:pPr marL="279400" indent="-139700" algn="l">
              <a:lnSpc>
                <a:spcPct val="105000"/>
              </a:lnSpc>
              <a:spcAft>
                <a:spcPts val="600"/>
              </a:spcAft>
              <a:buNone/>
              <a:defRPr sz="225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202124"/>
                </a:solidFill>
                <a:latin typeface="Arial"/>
                <a:ea typeface="Arial"/>
                <a:cs typeface="Arial"/>
              </a:rPr>
              <a:t>Desenvolver e avaliar uma aplicação web para apoiar a gestão do Studio Bio Fitness.</a:t>
            </a:r>
          </a:p>
          <a:p xmlns:a="http://schemas.openxmlformats.org/drawingml/2006/main">
            <a:pPr marL="279400" indent="-139700" algn="l">
              <a:lnSpc>
                <a:spcPct val="105000"/>
              </a:lnSpc>
              <a:spcAft>
                <a:spcPts val="600"/>
              </a:spcAft>
              <a:buNone/>
              <a:defRPr sz="225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202124"/>
                </a:solidFill>
                <a:latin typeface="Arial"/>
                <a:ea typeface="Arial"/>
                <a:cs typeface="Arial"/>
              </a:rPr>
              <a:t>Centralizar cadastros, turmas, treinos, frequência, mensalidades e indicadores gerenciais.</a:t>
            </a:r>
          </a:p>
          <a:p xmlns:a="http://schemas.openxmlformats.org/drawingml/2006/main">
            <a:pPr marL="279400" indent="-139700" algn="l">
              <a:lnSpc>
                <a:spcPct val="105000"/>
              </a:lnSpc>
              <a:spcAft>
                <a:spcPts val="600"/>
              </a:spcAft>
              <a:buNone/>
              <a:defRPr sz="225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202124"/>
                </a:solidFill>
                <a:latin typeface="Arial"/>
                <a:ea typeface="Arial"/>
                <a:cs typeface="Arial"/>
              </a:rPr>
              <a:t>Oferecer fluxos específicos e protegidos para os quatro perfis de acesso.</a:t>
            </a:r>
          </a:p>
          <a:p xmlns:a="http://schemas.openxmlformats.org/drawingml/2006/main">
            <a:pPr marL="279400" indent="-139700" algn="l">
              <a:lnSpc>
                <a:spcPct val="105000"/>
              </a:lnSpc>
              <a:spcAft>
                <a:spcPts val="600"/>
              </a:spcAft>
              <a:buNone/>
              <a:defRPr sz="225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202124"/>
                </a:solidFill>
                <a:latin typeface="Arial"/>
                <a:ea typeface="Arial"/>
                <a:cs typeface="Arial"/>
              </a:rPr>
              <a:t>Identificar limites técnicos e medidas necessárias para evolução segura do sistema.</a:t>
            </a:r>
          </a:p>
        </p:txBody>
      </p:sp>
      <p:sp>
        <p:nvSpPr>
          <p:cNvPr id="21" name="Título 1">
            <a:extLst xmlns:a="http://schemas.openxmlformats.org/drawingml/2006/main">
              <a:ext uri="{FF2B5EF4-FFF2-40B4-BE49-F238E27FC236}">
                <a16:creationId xmlns:a16="http://schemas.microsoft.com/office/drawing/2014/main" id="{263E1B0A-C761-4066-B9CA-D7A68FF91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16375" y="12954000"/>
            <a:ext cx="14020800" cy="1076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vert="horz" wrap="square" lIns="76200" tIns="57150" rIns="76200" bIns="57150" anchor="t">
            <a:noAutofit/>
          </a:bodyPr>
          <a:lstStyle xmlns:a="http://schemas.openxmlformats.org/drawingml/2006/main">
            <a:lvl1pPr algn="ctr" defTabSz="2700040">
              <a:lnSpc>
                <a:spcPct val="90000"/>
              </a:lnSpc>
              <a:spcBef>
                <a:spcPct val="0"/>
              </a:spcBef>
              <a:buNone/>
              <a:defRPr sz="17717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l">
              <a:lnSpc>
                <a:spcPct val="105000"/>
              </a:lnSpc>
              <a:spcAft>
                <a:spcPts val="900"/>
              </a:spcAft>
              <a:buNone/>
              <a:defRPr sz="2175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RESULTADOS E DISCUSSÃO</a:t>
            </a:r>
          </a:p>
          <a:p xmlns:a="http://schemas.openxmlformats.org/drawingml/2006/main">
            <a:pPr marL="279400" indent="-139700" algn="l">
              <a:lnSpc>
                <a:spcPct val="105000"/>
              </a:lnSpc>
              <a:spcAft>
                <a:spcPts val="800"/>
              </a:spcAft>
              <a:buNone/>
              <a:defRPr sz="2175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202124"/>
                </a:solidFill>
                <a:latin typeface="Arial"/>
                <a:ea typeface="Arial"/>
                <a:cs typeface="Arial"/>
              </a:rPr>
              <a:t>O FitPro reúne gestão de academias, administradores, alunos, professores, planos, turmas, frequência, finanças, treinos e evolução de peso em uma única aplicação.</a:t>
            </a:r>
          </a:p>
          <a:p xmlns:a="http://schemas.openxmlformats.org/drawingml/2006/main">
            <a:pPr marL="279400" indent="-139700" algn="l">
              <a:lnSpc>
                <a:spcPct val="105000"/>
              </a:lnSpc>
              <a:spcAft>
                <a:spcPts val="800"/>
              </a:spcAft>
              <a:buNone/>
              <a:defRPr sz="2175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202124"/>
                </a:solidFill>
                <a:latin typeface="Arial"/>
                <a:ea typeface="Arial"/>
                <a:cs typeface="Arial"/>
              </a:rPr>
              <a:t>Políticas RLS restringem os dados por academia e perfil. Operações sensíveis utilizam Edge Functions, e alterações administrativas são registradas em auditoria (SUPABASE, 2026).</a:t>
            </a:r>
          </a:p>
          <a:p xmlns:a="http://schemas.openxmlformats.org/drawingml/2006/main">
            <a:pPr marL="279400" indent="-139700" algn="l">
              <a:lnSpc>
                <a:spcPct val="105000"/>
              </a:lnSpc>
              <a:spcAft>
                <a:spcPts val="800"/>
              </a:spcAft>
              <a:buNone/>
              <a:defRPr sz="2175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202124"/>
                </a:solidFill>
                <a:latin typeface="Arial"/>
                <a:ea typeface="Arial"/>
                <a:cs typeface="Arial"/>
              </a:rPr>
              <a:t>Um ensaio com duas academias fictícias bloqueou a leitura cruzada de registros e impediu a alteração de um plano pertencente a outra unidade.</a:t>
            </a:r>
          </a:p>
          <a:p xmlns:a="http://schemas.openxmlformats.org/drawingml/2006/main">
            <a:pPr marL="279400" indent="-139700" algn="l">
              <a:lnSpc>
                <a:spcPct val="105000"/>
              </a:lnSpc>
              <a:spcAft>
                <a:spcPts val="800"/>
              </a:spcAft>
              <a:buNone/>
              <a:defRPr sz="2175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202124"/>
                </a:solidFill>
                <a:latin typeface="Arial"/>
                <a:ea typeface="Arial"/>
                <a:cs typeface="Arial"/>
              </a:rPr>
              <a:t>A integração Pix opcional por academia processou pagamentos reais controlados, confirmou cobranças no servidor e registrou o histórico. A conciliação, estornos e disputas ainda exigem monitoramento operacional.</a:t>
            </a:r>
          </a:p>
        </p:txBody>
      </p:sp>
      <p:sp>
        <p:nvSpPr>
          <p:cNvPr id="22" name="Título 1">
            <a:extLst xmlns:a="http://schemas.openxmlformats.org/drawingml/2006/main">
              <a:ext uri="{FF2B5EF4-FFF2-40B4-BE49-F238E27FC236}">
                <a16:creationId xmlns:a16="http://schemas.microsoft.com/office/drawing/2014/main" id="{0D732ADD-F0F3-46B0-B1BF-F7B862D4A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16375" y="31051500"/>
            <a:ext cx="14020800" cy="581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vert="horz" wrap="square" lIns="76200" tIns="57150" rIns="76200" bIns="57150" anchor="t">
            <a:noAutofit/>
          </a:bodyPr>
          <a:lstStyle xmlns:a="http://schemas.openxmlformats.org/drawingml/2006/main">
            <a:lvl1pPr algn="ctr" defTabSz="2700040">
              <a:lnSpc>
                <a:spcPct val="90000"/>
              </a:lnSpc>
              <a:spcBef>
                <a:spcPct val="0"/>
              </a:spcBef>
              <a:buNone/>
              <a:defRPr sz="17717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l">
              <a:lnSpc>
                <a:spcPct val="105000"/>
              </a:lnSpc>
              <a:spcAft>
                <a:spcPts val="900"/>
              </a:spcAft>
              <a:buNone/>
              <a:defRPr sz="2175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CONSIDERAÇÕES FINAIS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900"/>
              </a:spcAft>
              <a:buNone/>
              <a:defRPr sz="2175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202124"/>
                </a:solidFill>
                <a:latin typeface="Arial"/>
                <a:ea typeface="Arial"/>
                <a:cs typeface="Arial"/>
              </a:rPr>
              <a:t>O projeto demonstrou a viabilidade de centralizar processos relevantes do Studio Bio Fitness em uma aplicação web integrada. A evolução do código acrescentou isolamento entre academias, operações administrativas no servidor, auditoria, criação de treinos, persistência de frequência e pagamentos Pix opcionais.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175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202124"/>
                </a:solidFill>
                <a:latin typeface="Arial"/>
                <a:ea typeface="Arial"/>
                <a:cs typeface="Arial"/>
              </a:rPr>
              <a:t>Antes de uso comercial amplo, o sistema ainda requer testes contínuos das políticas de acesso, acompanhamento de falhas financeiras, tratamento de incidentes e validação operacional com diferentes academias. O FitPro constitui uma base funcional para essa evolução.</a:t>
            </a:r>
          </a:p>
        </p:txBody>
      </p:sp>
      <p:pic>
        <p:nvPicPr>
          <p:cNvPr id="39" name="Imagem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89a9b5cf734c0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2742118" y="2027552"/>
            <a:ext cx="7994539" cy="2370145"/>
          </a:xfrm>
          <a:prstGeom xmlns:a="http://schemas.openxmlformats.org/drawingml/2006/main" prst="rect">
            <a:avLst/>
          </a:prstGeom>
        </p:spPr>
      </p:pic>
      <p:pic>
        <p:nvPicPr>
          <p:cNvPr id="40" name="Imagem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d17304fd7e42d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47800" y="562638"/>
            <a:ext cx="5629365" cy="5403739"/>
          </a:xfrm>
          <a:prstGeom xmlns:a="http://schemas.openxmlformats.org/drawingml/2006/main" prst="rect">
            <a:avLst/>
          </a:prstGeom>
        </p:spPr>
      </p:pic>
      <p:sp>
        <p:nvSpPr>
          <p:cNvPr id="5" name="Título 1">
            <a:extLst xmlns:a="http://schemas.openxmlformats.org/drawingml/2006/main">
              <a:ext uri="{FF2B5EF4-FFF2-40B4-BE49-F238E27FC236}">
                <a16:creationId xmlns:a16="http://schemas.microsoft.com/office/drawing/2014/main" id="{4BA30053-6AC7-0FF1-9055-45CA97AD9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6334125"/>
            <a:ext cx="283845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vert="horz" wrap="square" lIns="38100" tIns="0" rIns="38100" bIns="0" anchor="ctr">
            <a:normAutofit fontScale="100000"/>
          </a:bodyPr>
          <a:lstStyle xmlns:a="http://schemas.openxmlformats.org/drawingml/2006/main">
            <a:lvl1pPr algn="ctr" defTabSz="2700040">
              <a:lnSpc>
                <a:spcPct val="90000"/>
              </a:lnSpc>
              <a:spcBef>
                <a:spcPct val="0"/>
              </a:spcBef>
              <a:buNone/>
              <a:defRPr sz="17717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4800" b="1">
                <a:solidFill>
                  <a:srgbClr val="005A93"/>
                </a:solidFill>
                <a:latin typeface="Arial Black"/>
                <a:ea typeface="Arial Black"/>
                <a:cs typeface="Arial Black"/>
              </a:defRPr>
            </a:pPr>
            <a:r>
              <a:rPr sz="4800" b="1">
                <a:solidFill>
                  <a:srgbClr val="005A93"/>
                </a:solidFill>
                <a:latin typeface="Arial Black"/>
                <a:ea typeface="Arial Black"/>
                <a:cs typeface="Arial Black"/>
              </a:rPr>
              <a:t>FITPRO: SISTEMA WEB PARA GESTÃO DE PEQUENAS ACADEMIAS</a:t>
            </a:r>
          </a:p>
        </p:txBody>
      </p:sp>
      <p:sp>
        <p:nvSpPr>
          <p:cNvPr id="7" name="Título 1">
            <a:extLst xmlns:a="http://schemas.openxmlformats.org/drawingml/2006/main">
              <a:ext uri="{FF2B5EF4-FFF2-40B4-BE49-F238E27FC236}">
                <a16:creationId xmlns:a16="http://schemas.microsoft.com/office/drawing/2014/main" id="{6B833CED-652C-4453-82C9-C3521E7C8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095375"/>
            <a:ext cx="1438275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vert="horz" wrap="square" lIns="38100" tIns="38100" rIns="38100" bIns="38100" anchor="ctr">
            <a:noAutofit/>
          </a:bodyPr>
          <a:lstStyle xmlns:a="http://schemas.openxmlformats.org/drawingml/2006/main">
            <a:lvl1pPr algn="ctr" defTabSz="2700040">
              <a:lnSpc>
                <a:spcPct val="90000"/>
              </a:lnSpc>
              <a:spcBef>
                <a:spcPct val="0"/>
              </a:spcBef>
              <a:buNone/>
              <a:defRPr sz="17717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4050" b="1">
                <a:solidFill>
                  <a:srgbClr val="000000"/>
                </a:solidFill>
                <a:latin typeface="Arial Black"/>
                <a:ea typeface="Arial Black"/>
                <a:cs typeface="Arial Black"/>
              </a:defRPr>
            </a:pPr>
            <a:r>
              <a:rPr sz="4050" b="1">
                <a:solidFill>
                  <a:srgbClr val="000000"/>
                </a:solidFill>
                <a:latin typeface="Arial Black"/>
                <a:ea typeface="Arial Black"/>
                <a:cs typeface="Arial Black"/>
              </a:rPr>
              <a:t>APRESENTAÇÃO DE TRABALHOS DE CONCLUSÃO DE CURSO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4050" b="1">
                <a:solidFill>
                  <a:srgbClr val="000000"/>
                </a:solidFill>
                <a:latin typeface="Arial Black"/>
                <a:ea typeface="Arial Black"/>
                <a:cs typeface="Arial Black"/>
              </a:defRPr>
            </a:pPr>
            <a:r>
              <a:rPr sz="4050" b="1">
                <a:solidFill>
                  <a:srgbClr val="000000"/>
                </a:solidFill>
                <a:latin typeface="Arial Black"/>
                <a:ea typeface="Arial Black"/>
                <a:cs typeface="Arial Black"/>
              </a:rPr>
              <a:t>2026</a:t>
            </a:r>
            <a:endParaRPr sz="5000" b="1">
              <a:latin typeface="Arial Black"/>
              <a:ea typeface="Arial Black"/>
              <a:cs typeface="Arial Black"/>
            </a:endParaRPr>
          </a:p>
        </p:txBody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575d6dd85240de"/>
          <a:stretch xmlns:a="http://schemas.openxmlformats.org/drawingml/2006/main"/>
        </p:blipFill>
        <p:spPr>
          <a:xfrm xmlns:a="http://schemas.openxmlformats.org/drawingml/2006/main">
            <a:off x="1862138" y="32242125"/>
            <a:ext cx="12954000" cy="8096250"/>
          </a:xfrm>
          <a:prstGeom xmlns:a="http://schemas.openxmlformats.org/drawingml/2006/main" prst="roundRect">
            <a:avLst>
              <a:gd name="adj" fmla="val 1412"/>
            </a:avLst>
          </a:prstGeom>
        </p:spPr>
      </p:pic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742983d7904062"/>
          <a:stretch xmlns:a="http://schemas.openxmlformats.org/drawingml/2006/main"/>
        </p:blipFill>
        <p:spPr>
          <a:xfrm xmlns:a="http://schemas.openxmlformats.org/drawingml/2006/main">
            <a:off x="16716375" y="23781113"/>
            <a:ext cx="14020800" cy="6158775"/>
          </a:xfrm>
          <a:prstGeom xmlns:a="http://schemas.openxmlformats.org/drawingml/2006/main" prst="roundRect">
            <a:avLst>
              <a:gd name="adj" fmla="val 1846"/>
            </a:avLst>
          </a:prstGeom>
        </p:spPr>
      </p:pic>
      <p:sp>
        <p:nvSpPr>
          <p:cNvPr id="27" name="caption-Figura 1. Perfis de ">
            <a:extLst xmlns:a="http://schemas.openxmlformats.org/drawingml/2006/main">
              <a:ext uri="{FF2B5EF4-FFF2-40B4-BE49-F238E27FC236}">
                <a16:creationId xmlns:a16="http://schemas.microsoft.com/office/drawing/2014/main" id="{3CF9D171-6FF6-4C08-A7B6-A87FDD9A8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386000"/>
            <a:ext cx="143922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i="1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650" i="1">
                <a:solidFill>
                  <a:srgbClr val="5F6368"/>
                </a:solidFill>
                <a:latin typeface="Arial"/>
                <a:ea typeface="Arial"/>
                <a:cs typeface="Arial"/>
              </a:rPr>
              <a:t>Figura 1. Perfis de acesso do FitPro. Fonte: elaborado pelo autor (2026).</a:t>
            </a:r>
          </a:p>
        </p:txBody>
      </p:sp>
      <p:sp>
        <p:nvSpPr>
          <p:cNvPr id="28" name="caption-Figura 2. Painel do ">
            <a:extLst xmlns:a="http://schemas.openxmlformats.org/drawingml/2006/main">
              <a:ext uri="{FF2B5EF4-FFF2-40B4-BE49-F238E27FC236}">
                <a16:creationId xmlns:a16="http://schemas.microsoft.com/office/drawing/2014/main" id="{241F4938-CF65-4A39-82EA-2BF98CA46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16375" y="30003750"/>
            <a:ext cx="1402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i="1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650" i="1">
                <a:solidFill>
                  <a:srgbClr val="5F6368"/>
                </a:solidFill>
                <a:latin typeface="Arial"/>
                <a:ea typeface="Arial"/>
                <a:cs typeface="Arial"/>
              </a:rPr>
              <a:t>Figura 2. Painel do aluno e acompanhamento do treino. Fonte: elaborado pelo autor (2026).</a:t>
            </a:r>
          </a:p>
        </p:txBody>
      </p:sp>
    </p:spTree>
    <p:extLst>
      <p:ext uri="{BB962C8B-B14F-4D97-AF65-F5344CB8AC3E}">
        <p14:creationId xmlns:p14="http://schemas.microsoft.com/office/powerpoint/2010/main" val="3513390223"/>
      </p:ext>
    </p:extLst>
  </p:cSld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2026-09-29T16:24:43.1670000Z</dcterms:created>
  <dcterms:modified xsi:type="dcterms:W3CDTF">2026-09-29T16:24:43.1670000Z</dcterms:modified>
</coreProperties>
</file>