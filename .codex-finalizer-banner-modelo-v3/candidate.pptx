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b54d3204234024" /><Relationship Type="http://schemas.openxmlformats.org/officeDocument/2006/relationships/extended-properties" Target="/docProps/app.xml" Id="R999ad0fa5bce4093" /><Relationship Type="http://schemas.openxmlformats.org/officeDocument/2006/relationships/officeDocument" Target="/ppt/presentation.xml" Id="Rb6e532899af3452f" /></Relationships>
</file>

<file path=ppt/presentation.xml><?xml version="1.0" encoding="utf-8"?>
<p:presentation xmlns:p="http://schemas.openxmlformats.org/presentationml/2006/main">
  <p:sldMasterIdLst>
    <p:sldMasterId xmlns:r="http://schemas.openxmlformats.org/officeDocument/2006/relationships" id="2147483648" r:id="R3212e6d5991b4b9f"/>
  </p:sldMasterIdLst>
  <p:notesMasterIdLst>
    <p:notesMasterId xmlns:r="http://schemas.openxmlformats.org/officeDocument/2006/relationships" r:id="R28490d5d545d455a"/>
  </p:notesMasterIdLst>
  <p:sldIdLst>
    <p:sldId xmlns:r="http://schemas.openxmlformats.org/officeDocument/2006/relationships" id="256" r:id="Rfea475b069354d29"/>
  </p:sldIdLst>
  <p:sldSz cx="32399288" cy="43200638"/>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1835d9f30cb40c5" /><Relationship Type="http://schemas.openxmlformats.org/officeDocument/2006/relationships/slideMaster" Target="/ppt/slideMasters/slideMaster1.xml" Id="R3212e6d5991b4b9f" /><Relationship Type="http://schemas.openxmlformats.org/officeDocument/2006/relationships/notesMaster" Target="/ppt/notesMasters/notesMaster1.xml" Id="R28490d5d545d455a" /><Relationship Type="http://schemas.openxmlformats.org/officeDocument/2006/relationships/presProps" Target="/ppt/presProps.xml" Id="Rf55c858e8d6e4639" /><Relationship Type="http://schemas.openxmlformats.org/officeDocument/2006/relationships/viewProps" Target="/ppt/viewProps.xml" Id="Refac8e02c127491c" /><Relationship Type="http://schemas.openxmlformats.org/officeDocument/2006/relationships/tableStyles" Target="/ppt/tableStyles.xml" Id="Re70d6b677bf44933" /><Relationship Type="http://schemas.openxmlformats.org/officeDocument/2006/relationships/slide" Target="/ppt/slides/slide1.xml" Id="Rfea475b069354d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b5223adde740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bc04f2b52448b7" /><Relationship Type="http://schemas.openxmlformats.org/officeDocument/2006/relationships/notesMaster" Target="/ppt/notesMasters/notesMaster1.xml" Id="Rfa535365b38e4c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de conteúdo:</a:t>
            </a:r>
          </a:p>
          <a:p xmlns:a="http://schemas.openxmlformats.org/drawingml/2006/main">
            <a:r>
              <a:t>/home/rafael/Downloads/B2411550048.docx</a:t>
            </a:r>
          </a:p>
          <a:p xmlns:a="http://schemas.openxmlformats.org/drawingml/2006/main">
            <a:r>
              <a:t>/home/rafael/Documentos/TCC-Teste2/Front-end para academia/README.md</a:t>
            </a:r>
          </a:p>
          <a:p xmlns:a="http://schemas.openxmlformats.org/drawingml/2006/main">
            <a:r>
              <a:t>/home/rafael/Documentos/TCC-Teste2/Front-end para academia/docs/roteiro-validacao.md</a:t>
            </a:r>
          </a:p>
          <a:p xmlns:a="http://schemas.openxmlformats.org/drawingml/2006/main">
            <a:r>
              <a:t>/home/rafael/Documentos/TCC-Teste2/Front-end para academia/docs/pix-mercado-pago.md</a:t>
            </a:r>
          </a:p>
          <a:p xmlns:a="http://schemas.openxmlformats.org/drawingml/2006/main">
            <a:r>
              <a:t>A geometria, as cores e os tamanhos de fonte seguem o modelo original do banner.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c5abcbeb284a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76fa62894f467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f26bc2b1c34b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bf8cbcbf3f24e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f35ac422ce4c3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f603b1d59444d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f44b75ac60641a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9d48213b86447f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c4f9392ac624bc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3a9e79a70f5432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48c608e40f84364" /></Relationships>
</file>

<file path=ppt/slideLayouts/slideLayout1.xml><?xml version="1.0" encoding="utf-8"?>
<p:sldLayout xmlns:p="http://schemas.openxmlformats.org/presentationml/2006/main" type="title" preserve="1">
  <p:cSld name="Slide de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7B80BA-1107-4C3D-BC44-90A44968DE7D}"/>
              </a:ext>
            </a:extLst>
          </p:cNvPr>
          <p:cNvSpPr>
            <a:spLocks xmlns:a="http://schemas.openxmlformats.org/drawingml/2006/main" noGrp="1"/>
          </p:cNvSpPr>
          <p:nvPr>
            <p:ph type="ctrTitle" idx="0"/>
          </p:nvPr>
        </p:nvSpPr>
        <p:spPr>
          <a:xfrm xmlns:a="http://schemas.openxmlformats.org/drawingml/2006/main">
            <a:off x="2429947" y="7070108"/>
            <a:ext cx="27539395" cy="15040222"/>
          </a:xfrm>
        </p:spPr>
        <p:txBody>
          <a:bodyPr xmlns:a="http://schemas.openxmlformats.org/drawingml/2006/main" anchor="b"/>
          <a:lstStyle xmlns:a="http://schemas.openxmlformats.org/drawingml/2006/main">
            <a:lvl1pPr algn="ctr">
              <a:buNone/>
              <a:defRPr sz="21259"/>
            </a:lvl1pPr>
          </a:lstStyle>
          <a:p xmlns:a="http://schemas.openxmlformats.org/drawingml/2006/main">
            <a:r>
              <a:t>Clique para editar o título Mestre</a:t>
            </a:r>
            <a:endParaRPr/>
          </a:p>
        </p:txBody>
      </p:sp>
      <p:sp>
        <p:nvSpPr>
          <p:cNvPr id="3" name="Subtitle 2">
            <a:extLst xmlns:a="http://schemas.openxmlformats.org/drawingml/2006/main">
              <a:ext uri="{FF2B5EF4-FFF2-40B4-BE49-F238E27FC236}">
                <a16:creationId xmlns:a16="http://schemas.microsoft.com/office/drawing/2014/main" id="{7F855496-DDCA-45F8-BC13-9B01ADCD5191}"/>
              </a:ext>
            </a:extLst>
          </p:cNvPr>
          <p:cNvSpPr>
            <a:spLocks xmlns:a="http://schemas.openxmlformats.org/drawingml/2006/main" noGrp="1"/>
          </p:cNvSpPr>
          <p:nvPr>
            <p:ph type="subTitle" idx="1"/>
          </p:nvPr>
        </p:nvSpPr>
        <p:spPr>
          <a:xfrm xmlns:a="http://schemas.openxmlformats.org/drawingml/2006/main">
            <a:off x="4049911" y="22690338"/>
            <a:ext cx="24299466" cy="10430151"/>
          </a:xfrm>
        </p:spPr>
        <p:txBody>
          <a:bodyPr xmlns:a="http://schemas.openxmlformats.org/drawingml/2006/main"/>
          <a:lstStyle xmlns:a="http://schemas.openxmlformats.org/drawingml/2006/main">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xmlns:a="http://schemas.openxmlformats.org/drawingml/2006/main">
            <a:r>
              <a:t>Clique para editar o estilo do subtítulo Mestre</a:t>
            </a:r>
            <a:endParaRPr/>
          </a:p>
        </p:txBody>
      </p:sp>
      <p:sp>
        <p:nvSpPr>
          <p:cNvPr id="4" name="Date Placeholder 3">
            <a:extLst xmlns:a="http://schemas.openxmlformats.org/drawingml/2006/main">
              <a:ext uri="{FF2B5EF4-FFF2-40B4-BE49-F238E27FC236}">
                <a16:creationId xmlns:a16="http://schemas.microsoft.com/office/drawing/2014/main" id="{FB5D96B5-BB76-43E5-82FE-91F63C8C1B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1573EF82-C8CB-4FBD-83D5-4AAFFE1DD3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031D230-AB40-4FD3-870E-EEB4A955E9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2.xml><?xml version="1.0" encoding="utf-8"?>
<p:sldLayout xmlns:p="http://schemas.openxmlformats.org/presentationml/2006/main" type="obj" preserve="1">
  <p:cSld name="Título e Conteúd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BF8450-952C-4A3A-9BD5-561709D57B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AD816A78-1DA9-43D9-A4E0-34FE243658F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85C120CC-D19A-4B8C-A604-DED129DC1A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AB0C29F8-0D1A-4D4C-9150-DE1EC0D9E5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6C70DAC-8438-463E-9392-923D7852F5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3.xml><?xml version="1.0" encoding="utf-8"?>
<p:sldLayout xmlns:p="http://schemas.openxmlformats.org/presentationml/2006/main" type="secHead" preserve="1">
  <p:cSld name="Cabeçalho da Seçã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1516634-3B67-4CCA-BBC2-7E49A02B021E}"/>
              </a:ext>
            </a:extLst>
          </p:cNvPr>
          <p:cNvSpPr>
            <a:spLocks xmlns:a="http://schemas.openxmlformats.org/drawingml/2006/main" noGrp="1"/>
          </p:cNvSpPr>
          <p:nvPr>
            <p:ph type="title" idx="0"/>
          </p:nvPr>
        </p:nvSpPr>
        <p:spPr>
          <a:xfrm xmlns:a="http://schemas.openxmlformats.org/drawingml/2006/main">
            <a:off x="2210578" y="10770172"/>
            <a:ext cx="27944386" cy="17970262"/>
          </a:xfrm>
        </p:spPr>
        <p:txBody>
          <a:bodyPr xmlns:a="http://schemas.openxmlformats.org/drawingml/2006/main" anchor="b"/>
          <a:lstStyle xmlns:a="http://schemas.openxmlformats.org/drawingml/2006/main">
            <a:lvl1pPr>
              <a:buNone/>
              <a:defRPr sz="21259"/>
            </a:lvl1pPr>
          </a:lstStyle>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39DD90B1-EA18-47A4-B4FB-635A5802503D}"/>
              </a:ext>
            </a:extLst>
          </p:cNvPr>
          <p:cNvSpPr>
            <a:spLocks xmlns:a="http://schemas.openxmlformats.org/drawingml/2006/main" noGrp="1"/>
          </p:cNvSpPr>
          <p:nvPr>
            <p:ph type="body" idx="1"/>
          </p:nvPr>
        </p:nvSpPr>
        <p:spPr>
          <a:xfrm xmlns:a="http://schemas.openxmlformats.org/drawingml/2006/main">
            <a:off x="2210578" y="28910440"/>
            <a:ext cx="27944386" cy="9450136"/>
          </a:xfrm>
        </p:spPr>
        <p:txBody>
          <a:bodyPr xmlns:a="http://schemas.openxmlformats.org/drawingml/2006/main"/>
          <a:lstStyle xmlns:a="http://schemas.openxmlformats.org/drawingml/2006/main">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xmlns:a="http://schemas.openxmlformats.org/drawingml/2006/main">
            <a:pPr lvl="0">
              <a:buNone/>
            </a:pPr>
            <a:r>
              <a:t>Editar estilos de texto Mestre</a:t>
            </a:r>
          </a:p>
        </p:txBody>
      </p:sp>
      <p:sp>
        <p:nvSpPr>
          <p:cNvPr id="4" name="Date Placeholder 3">
            <a:extLst xmlns:a="http://schemas.openxmlformats.org/drawingml/2006/main">
              <a:ext uri="{FF2B5EF4-FFF2-40B4-BE49-F238E27FC236}">
                <a16:creationId xmlns:a16="http://schemas.microsoft.com/office/drawing/2014/main" id="{D79F4E89-7AB8-4C8B-982D-D792830BCA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BF5511CD-64CC-4C24-826D-D22BE1B384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6E2AC2F-F42E-421F-80DC-F52A8E2550B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4.xml><?xml version="1.0" encoding="utf-8"?>
<p:sldLayout xmlns:p="http://schemas.openxmlformats.org/presentationml/2006/main" type="twoObj" preserve="1">
  <p:cSld name="Duas Partes de Conteúd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0AFA98-08DF-460A-8F7A-EF71D5389E9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0DC19360-DE35-4FF0-95AB-1E6B8116CF45}"/>
              </a:ext>
            </a:extLst>
          </p:cNvPr>
          <p:cNvSpPr>
            <a:spLocks xmlns:a="http://schemas.openxmlformats.org/drawingml/2006/main" noGrp="1"/>
          </p:cNvSpPr>
          <p:nvPr>
            <p:ph idx="1"/>
          </p:nvPr>
        </p:nvSpPr>
        <p:spPr>
          <a:xfrm xmlns:a="http://schemas.openxmlformats.org/drawingml/2006/main">
            <a:off x="2227451" y="11500170"/>
            <a:ext cx="13769697" cy="27410408"/>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Content Placeholder 3">
            <a:extLst xmlns:a="http://schemas.openxmlformats.org/drawingml/2006/main">
              <a:ext uri="{FF2B5EF4-FFF2-40B4-BE49-F238E27FC236}">
                <a16:creationId xmlns:a16="http://schemas.microsoft.com/office/drawing/2014/main" id="{8D7F769B-FE16-4582-98BC-48F0EBCC2911}"/>
              </a:ext>
            </a:extLst>
          </p:cNvPr>
          <p:cNvSpPr>
            <a:spLocks xmlns:a="http://schemas.openxmlformats.org/drawingml/2006/main" noGrp="1"/>
          </p:cNvSpPr>
          <p:nvPr>
            <p:ph idx="2"/>
          </p:nvPr>
        </p:nvSpPr>
        <p:spPr>
          <a:xfrm xmlns:a="http://schemas.openxmlformats.org/drawingml/2006/main">
            <a:off x="16402140" y="11500170"/>
            <a:ext cx="13769697" cy="27410408"/>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Date Placeholder 4">
            <a:extLst xmlns:a="http://schemas.openxmlformats.org/drawingml/2006/main">
              <a:ext uri="{FF2B5EF4-FFF2-40B4-BE49-F238E27FC236}">
                <a16:creationId xmlns:a16="http://schemas.microsoft.com/office/drawing/2014/main" id="{2641471F-6218-47CF-AE39-5720954F6E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75508E7F-B273-415C-B9C1-56AE3AD51D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F7936DE-2561-4F24-9286-435F585379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5.xml><?xml version="1.0" encoding="utf-8"?>
<p:sldLayout xmlns:p="http://schemas.openxmlformats.org/presentationml/2006/main" type="twoTxTwoObj" preserve="1">
  <p:cSld name="Comparaçã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852520C-9E68-4DC8-A01A-987DE543D5D6}"/>
              </a:ext>
            </a:extLst>
          </p:cNvPr>
          <p:cNvSpPr>
            <a:spLocks xmlns:a="http://schemas.openxmlformats.org/drawingml/2006/main" noGrp="1"/>
          </p:cNvSpPr>
          <p:nvPr>
            <p:ph type="title" idx="0"/>
          </p:nvPr>
        </p:nvSpPr>
        <p:spPr>
          <a:xfrm xmlns:a="http://schemas.openxmlformats.org/drawingml/2006/main">
            <a:off x="2231671" y="2300044"/>
            <a:ext cx="27944386" cy="8350126"/>
          </a:xfrm>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644611DA-27E8-4238-B1A1-DE82AB0718E4}"/>
              </a:ext>
            </a:extLst>
          </p:cNvPr>
          <p:cNvSpPr>
            <a:spLocks xmlns:a="http://schemas.openxmlformats.org/drawingml/2006/main" noGrp="1"/>
          </p:cNvSpPr>
          <p:nvPr>
            <p:ph type="body" idx="1"/>
          </p:nvPr>
        </p:nvSpPr>
        <p:spPr>
          <a:xfrm xmlns:a="http://schemas.openxmlformats.org/drawingml/2006/main">
            <a:off x="2231675" y="10590160"/>
            <a:ext cx="13706415" cy="5190073"/>
          </a:xfrm>
        </p:spPr>
        <p:txBody>
          <a:bodyPr xmlns:a="http://schemas.openxmlformats.org/drawingml/2006/main" anchor="b"/>
          <a:lstStyle xmlns:a="http://schemas.openxmlformats.org/drawingml/2006/main">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xmlns:a="http://schemas.openxmlformats.org/drawingml/2006/main">
            <a:pPr lvl="0">
              <a:buNone/>
            </a:pPr>
            <a:r>
              <a:t>Editar estilos de texto Mestre</a:t>
            </a:r>
          </a:p>
        </p:txBody>
      </p:sp>
      <p:sp>
        <p:nvSpPr>
          <p:cNvPr id="4" name="Content Placeholder 3">
            <a:extLst xmlns:a="http://schemas.openxmlformats.org/drawingml/2006/main">
              <a:ext uri="{FF2B5EF4-FFF2-40B4-BE49-F238E27FC236}">
                <a16:creationId xmlns:a16="http://schemas.microsoft.com/office/drawing/2014/main" id="{4F34673D-11B1-402B-B87D-BF02C359A051}"/>
              </a:ext>
            </a:extLst>
          </p:cNvPr>
          <p:cNvSpPr>
            <a:spLocks xmlns:a="http://schemas.openxmlformats.org/drawingml/2006/main" noGrp="1"/>
          </p:cNvSpPr>
          <p:nvPr>
            <p:ph idx="2"/>
          </p:nvPr>
        </p:nvSpPr>
        <p:spPr>
          <a:xfrm xmlns:a="http://schemas.openxmlformats.org/drawingml/2006/main">
            <a:off x="2231675" y="15780233"/>
            <a:ext cx="13706415" cy="23210346"/>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Text Placeholder 4">
            <a:extLst xmlns:a="http://schemas.openxmlformats.org/drawingml/2006/main">
              <a:ext uri="{FF2B5EF4-FFF2-40B4-BE49-F238E27FC236}">
                <a16:creationId xmlns:a16="http://schemas.microsoft.com/office/drawing/2014/main" id="{AEBAFE46-845F-4C49-9CCC-D9488F2A493C}"/>
              </a:ext>
            </a:extLst>
          </p:cNvPr>
          <p:cNvSpPr>
            <a:spLocks xmlns:a="http://schemas.openxmlformats.org/drawingml/2006/main" noGrp="1"/>
          </p:cNvSpPr>
          <p:nvPr>
            <p:ph type="body" idx="3"/>
          </p:nvPr>
        </p:nvSpPr>
        <p:spPr>
          <a:xfrm xmlns:a="http://schemas.openxmlformats.org/drawingml/2006/main">
            <a:off x="16402142" y="10590160"/>
            <a:ext cx="13773917" cy="5190073"/>
          </a:xfrm>
        </p:spPr>
        <p:txBody>
          <a:bodyPr xmlns:a="http://schemas.openxmlformats.org/drawingml/2006/main" anchor="b"/>
          <a:lstStyle xmlns:a="http://schemas.openxmlformats.org/drawingml/2006/main">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xmlns:a="http://schemas.openxmlformats.org/drawingml/2006/main">
            <a:pPr lvl="0">
              <a:buNone/>
            </a:pPr>
            <a:r>
              <a:t>Editar estilos de texto Mestre</a:t>
            </a:r>
          </a:p>
        </p:txBody>
      </p:sp>
      <p:sp>
        <p:nvSpPr>
          <p:cNvPr id="6" name="Content Placeholder 5">
            <a:extLst xmlns:a="http://schemas.openxmlformats.org/drawingml/2006/main">
              <a:ext uri="{FF2B5EF4-FFF2-40B4-BE49-F238E27FC236}">
                <a16:creationId xmlns:a16="http://schemas.microsoft.com/office/drawing/2014/main" id="{C84CF14D-DD77-48D0-9AAC-E6EA8B76A0B7}"/>
              </a:ext>
            </a:extLst>
          </p:cNvPr>
          <p:cNvSpPr>
            <a:spLocks xmlns:a="http://schemas.openxmlformats.org/drawingml/2006/main" noGrp="1"/>
          </p:cNvSpPr>
          <p:nvPr>
            <p:ph idx="4"/>
          </p:nvPr>
        </p:nvSpPr>
        <p:spPr>
          <a:xfrm xmlns:a="http://schemas.openxmlformats.org/drawingml/2006/main">
            <a:off x="16402142" y="15780233"/>
            <a:ext cx="13773917" cy="23210346"/>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7" name="Date Placeholder 6">
            <a:extLst xmlns:a="http://schemas.openxmlformats.org/drawingml/2006/main">
              <a:ext uri="{FF2B5EF4-FFF2-40B4-BE49-F238E27FC236}">
                <a16:creationId xmlns:a16="http://schemas.microsoft.com/office/drawing/2014/main" id="{F5A497F0-4B6E-4404-A045-493874ED95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8" name="Footer Placeholder 7">
            <a:extLst xmlns:a="http://schemas.openxmlformats.org/drawingml/2006/main">
              <a:ext uri="{FF2B5EF4-FFF2-40B4-BE49-F238E27FC236}">
                <a16:creationId xmlns:a16="http://schemas.microsoft.com/office/drawing/2014/main" id="{941A5FC3-8581-4A7E-AB81-6FE762C424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0B639F8-40DE-4FE6-BDAE-A3557A79FA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6.xml><?xml version="1.0" encoding="utf-8"?>
<p:sldLayout xmlns:p="http://schemas.openxmlformats.org/presentationml/2006/main" type="titleOnly" preserve="1">
  <p:cSld name="Somente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05E9D3-5BC6-4CF3-9C13-1421A58066D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Date Placeholder 2">
            <a:extLst xmlns:a="http://schemas.openxmlformats.org/drawingml/2006/main">
              <a:ext uri="{FF2B5EF4-FFF2-40B4-BE49-F238E27FC236}">
                <a16:creationId xmlns:a16="http://schemas.microsoft.com/office/drawing/2014/main" id="{C7B42F91-6E6A-4B9F-B71B-B3F61BE404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4" name="Footer Placeholder 3">
            <a:extLst xmlns:a="http://schemas.openxmlformats.org/drawingml/2006/main">
              <a:ext uri="{FF2B5EF4-FFF2-40B4-BE49-F238E27FC236}">
                <a16:creationId xmlns:a16="http://schemas.microsoft.com/office/drawing/2014/main" id="{070C9AD0-E0C8-4E6E-A9C0-AF533507F0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293D418-C417-4C69-A649-3C065DED7A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7.xml><?xml version="1.0" encoding="utf-8"?>
<p:sldLayout xmlns:p="http://schemas.openxmlformats.org/presentationml/2006/main" type="blank" preserve="1">
  <p:cSld name="Em Branco">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B5C0A8F-289B-459A-B8CD-D90DE676AE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3" name="Footer Placeholder 2">
            <a:extLst xmlns:a="http://schemas.openxmlformats.org/drawingml/2006/main">
              <a:ext uri="{FF2B5EF4-FFF2-40B4-BE49-F238E27FC236}">
                <a16:creationId xmlns:a16="http://schemas.microsoft.com/office/drawing/2014/main" id="{82E341EF-EDA1-4568-9382-F25682E341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1038D6C-88CC-429A-892A-21E8AF4A607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8.xml><?xml version="1.0" encoding="utf-8"?>
<p:sldLayout xmlns:p="http://schemas.openxmlformats.org/presentationml/2006/main" type="objTx" preserve="1">
  <p:cSld name="Conteúdo com Legenda">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8620AB9-7491-483B-91CD-65410A8EB088}"/>
              </a:ext>
            </a:extLst>
          </p:cNvPr>
          <p:cNvSpPr>
            <a:spLocks xmlns:a="http://schemas.openxmlformats.org/drawingml/2006/main" noGrp="1"/>
          </p:cNvSpPr>
          <p:nvPr>
            <p:ph type="title" idx="0"/>
          </p:nvPr>
        </p:nvSpPr>
        <p:spPr>
          <a:xfrm xmlns:a="http://schemas.openxmlformats.org/drawingml/2006/main">
            <a:off x="2231671" y="2880042"/>
            <a:ext cx="10449614" cy="10080149"/>
          </a:xfrm>
        </p:spPr>
        <p:txBody>
          <a:bodyPr xmlns:a="http://schemas.openxmlformats.org/drawingml/2006/main" anchor="b"/>
          <a:lstStyle xmlns:a="http://schemas.openxmlformats.org/drawingml/2006/main">
            <a:lvl1pPr>
              <a:buNone/>
              <a:defRPr sz="11338"/>
            </a:lvl1pPr>
          </a:lstStyle>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CF165955-ACF7-4C0D-9848-B280FF309A3F}"/>
              </a:ext>
            </a:extLst>
          </p:cNvPr>
          <p:cNvSpPr>
            <a:spLocks xmlns:a="http://schemas.openxmlformats.org/drawingml/2006/main" noGrp="1"/>
          </p:cNvSpPr>
          <p:nvPr>
            <p:ph idx="1"/>
          </p:nvPr>
        </p:nvSpPr>
        <p:spPr>
          <a:xfrm xmlns:a="http://schemas.openxmlformats.org/drawingml/2006/main">
            <a:off x="13773917" y="6220102"/>
            <a:ext cx="16402140" cy="30700453"/>
          </a:xfrm>
        </p:spPr>
        <p:txBody>
          <a:bodyPr xmlns:a="http://schemas.openxmlformats.org/drawingml/2006/main"/>
          <a:lstStyle xmlns:a="http://schemas.openxmlformats.org/drawingml/2006/main">
            <a:lvl1pPr>
              <a:buNone/>
              <a:defRPr sz="11338"/>
            </a:lvl1pPr>
            <a:lvl2pPr>
              <a:buNone/>
              <a:defRPr sz="9921"/>
            </a:lvl2pPr>
            <a:lvl3pPr>
              <a:buNone/>
              <a:defRPr sz="8504"/>
            </a:lvl3pPr>
            <a:lvl4pPr>
              <a:buNone/>
              <a:defRPr sz="7086"/>
            </a:lvl4pPr>
            <a:lvl5pPr>
              <a:buNone/>
              <a:defRPr sz="7086"/>
            </a:lvl5pPr>
            <a:lvl6pPr>
              <a:buNone/>
              <a:defRPr sz="7086"/>
            </a:lvl6pPr>
            <a:lvl7pPr>
              <a:buNone/>
              <a:defRPr sz="7086"/>
            </a:lvl7pPr>
            <a:lvl8pPr>
              <a:buNone/>
              <a:defRPr sz="7086"/>
            </a:lvl8pPr>
            <a:lvl9pPr>
              <a:buNone/>
              <a:defRPr sz="7086"/>
            </a:lvl9pPr>
          </a:lstStyle>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Text Placeholder 3">
            <a:extLst xmlns:a="http://schemas.openxmlformats.org/drawingml/2006/main">
              <a:ext uri="{FF2B5EF4-FFF2-40B4-BE49-F238E27FC236}">
                <a16:creationId xmlns:a16="http://schemas.microsoft.com/office/drawing/2014/main" id="{F0A1766D-6AAA-478B-9B44-18615DB78B3B}"/>
              </a:ext>
            </a:extLst>
          </p:cNvPr>
          <p:cNvSpPr>
            <a:spLocks xmlns:a="http://schemas.openxmlformats.org/drawingml/2006/main" noGrp="1"/>
          </p:cNvSpPr>
          <p:nvPr>
            <p:ph type="body" idx="2"/>
          </p:nvPr>
        </p:nvSpPr>
        <p:spPr>
          <a:xfrm xmlns:a="http://schemas.openxmlformats.org/drawingml/2006/main">
            <a:off x="2231671" y="12960191"/>
            <a:ext cx="10449614" cy="24010358"/>
          </a:xfrm>
        </p:spPr>
        <p:txBody>
          <a:bodyPr xmlns:a="http://schemas.openxmlformats.org/drawingml/2006/main"/>
          <a:lstStyle xmlns:a="http://schemas.openxmlformats.org/drawingml/2006/main">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xmlns:a="http://schemas.openxmlformats.org/drawingml/2006/main">
            <a:pPr lvl="0">
              <a:buNone/>
            </a:pPr>
            <a:r>
              <a:t>Editar estilos de texto Mestre</a:t>
            </a:r>
          </a:p>
        </p:txBody>
      </p:sp>
      <p:sp>
        <p:nvSpPr>
          <p:cNvPr id="5" name="Date Placeholder 4">
            <a:extLst xmlns:a="http://schemas.openxmlformats.org/drawingml/2006/main">
              <a:ext uri="{FF2B5EF4-FFF2-40B4-BE49-F238E27FC236}">
                <a16:creationId xmlns:a16="http://schemas.microsoft.com/office/drawing/2014/main" id="{29962467-59BC-4EA5-9A6A-0E5EA6EE61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D91CFF48-1B04-4707-BC16-A15D45A980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4C6E20C-87FD-4F7D-8190-A373A8DBD6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9.xml><?xml version="1.0" encoding="utf-8"?>
<p:sldLayout xmlns:p="http://schemas.openxmlformats.org/presentationml/2006/main" type="picTx" preserve="1">
  <p:cSld name="Imagem com Legenda">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D49FE4-0F16-49C4-A4D8-CD92BF4337EE}"/>
              </a:ext>
            </a:extLst>
          </p:cNvPr>
          <p:cNvSpPr>
            <a:spLocks xmlns:a="http://schemas.openxmlformats.org/drawingml/2006/main" noGrp="1"/>
          </p:cNvSpPr>
          <p:nvPr>
            <p:ph type="title" idx="0"/>
          </p:nvPr>
        </p:nvSpPr>
        <p:spPr>
          <a:xfrm xmlns:a="http://schemas.openxmlformats.org/drawingml/2006/main">
            <a:off x="2231671" y="2880042"/>
            <a:ext cx="10449614" cy="10080149"/>
          </a:xfrm>
        </p:spPr>
        <p:txBody>
          <a:bodyPr xmlns:a="http://schemas.openxmlformats.org/drawingml/2006/main" anchor="b"/>
          <a:lstStyle xmlns:a="http://schemas.openxmlformats.org/drawingml/2006/main">
            <a:lvl1pPr>
              <a:buNone/>
              <a:defRPr sz="11338"/>
            </a:lvl1pPr>
          </a:lstStyle>
          <a:p xmlns:a="http://schemas.openxmlformats.org/drawingml/2006/main">
            <a:r>
              <a:t>Clique para editar o título Mestre</a:t>
            </a:r>
            <a:endParaRPr/>
          </a:p>
        </p:txBody>
      </p:sp>
      <p:sp>
        <p:nvSpPr>
          <p:cNvPr id="3" name="Picture Placeholder 2">
            <a:extLst xmlns:a="http://schemas.openxmlformats.org/drawingml/2006/main">
              <a:ext uri="{FF2B5EF4-FFF2-40B4-BE49-F238E27FC236}">
                <a16:creationId xmlns:a16="http://schemas.microsoft.com/office/drawing/2014/main" id="{85BCFF17-F008-4F63-B91D-510F7E2AF4E6}"/>
              </a:ext>
            </a:extLst>
          </p:cNvPr>
          <p:cNvSpPr>
            <a:spLocks xmlns:a="http://schemas.openxmlformats.org/drawingml/2006/main" noGrp="1"/>
          </p:cNvSpPr>
          <p:nvPr>
            <p:ph type="pic" idx="1"/>
          </p:nvPr>
        </p:nvSpPr>
        <p:spPr>
          <a:xfrm xmlns:a="http://schemas.openxmlformats.org/drawingml/2006/main">
            <a:off x="13773917" y="6220102"/>
            <a:ext cx="16402140" cy="30700453"/>
          </a:xfrm>
        </p:spPr>
        <p:txBody>
          <a:bodyPr xmlns:a="http://schemas.openxmlformats.org/drawingml/2006/main" anchor="t"/>
          <a:lstStyle xmlns:a="http://schemas.openxmlformats.org/drawingml/2006/main">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xmlns:a="http://schemas.openxmlformats.org/drawingml/2006/main">
            <a:r>
              <a:t>Clique no ícone para adicionar uma imagem</a:t>
            </a:r>
            <a:endParaRPr/>
          </a:p>
        </p:txBody>
      </p:sp>
      <p:sp>
        <p:nvSpPr>
          <p:cNvPr id="4" name="Text Placeholder 3">
            <a:extLst xmlns:a="http://schemas.openxmlformats.org/drawingml/2006/main">
              <a:ext uri="{FF2B5EF4-FFF2-40B4-BE49-F238E27FC236}">
                <a16:creationId xmlns:a16="http://schemas.microsoft.com/office/drawing/2014/main" id="{3739345E-7ECD-4368-AF9B-12745973BDFF}"/>
              </a:ext>
            </a:extLst>
          </p:cNvPr>
          <p:cNvSpPr>
            <a:spLocks xmlns:a="http://schemas.openxmlformats.org/drawingml/2006/main" noGrp="1"/>
          </p:cNvSpPr>
          <p:nvPr>
            <p:ph type="body" idx="2"/>
          </p:nvPr>
        </p:nvSpPr>
        <p:spPr>
          <a:xfrm xmlns:a="http://schemas.openxmlformats.org/drawingml/2006/main">
            <a:off x="2231671" y="12960191"/>
            <a:ext cx="10449614" cy="24010358"/>
          </a:xfrm>
        </p:spPr>
        <p:txBody>
          <a:bodyPr xmlns:a="http://schemas.openxmlformats.org/drawingml/2006/main"/>
          <a:lstStyle xmlns:a="http://schemas.openxmlformats.org/drawingml/2006/main">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xmlns:a="http://schemas.openxmlformats.org/drawingml/2006/main">
            <a:pPr lvl="0">
              <a:buNone/>
            </a:pPr>
            <a:r>
              <a:t>Editar estilos de texto Mestre</a:t>
            </a:r>
          </a:p>
        </p:txBody>
      </p:sp>
      <p:sp>
        <p:nvSpPr>
          <p:cNvPr id="5" name="Date Placeholder 4">
            <a:extLst xmlns:a="http://schemas.openxmlformats.org/drawingml/2006/main">
              <a:ext uri="{FF2B5EF4-FFF2-40B4-BE49-F238E27FC236}">
                <a16:creationId xmlns:a16="http://schemas.microsoft.com/office/drawing/2014/main" id="{35A95FAD-2A25-435E-B1BA-B5BBAA8D523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BD49A4C3-DED3-4005-BCA0-166548B599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D5303E4-395F-4064-9351-3731DA84F7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10.xml><?xml version="1.0" encoding="utf-8"?>
<p:sldLayout xmlns:p="http://schemas.openxmlformats.org/presentationml/2006/main" type="vertTx" preserve="1">
  <p:cSld name="Título e Texto Vertica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97EC0D-7FC2-4AF0-92DE-E15AF1628F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Vertical Text Placeholder 2">
            <a:extLst xmlns:a="http://schemas.openxmlformats.org/drawingml/2006/main">
              <a:ext uri="{FF2B5EF4-FFF2-40B4-BE49-F238E27FC236}">
                <a16:creationId xmlns:a16="http://schemas.microsoft.com/office/drawing/2014/main" id="{223CA937-23F4-46FA-AD49-D3BB807AE5F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DCE81C0B-7ED5-4C01-9CA2-AE030775AC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25ADD346-7805-4B88-81F2-5B1FDF99DA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63012BA-4B24-4809-BE45-096E51DDC2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11.xml><?xml version="1.0" encoding="utf-8"?>
<p:sldLayout xmlns:p="http://schemas.openxmlformats.org/presentationml/2006/main" type="vertTitleAndTx" preserve="1">
  <p:cSld name="Texto e Título Vertical">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DC09AAF-3DE6-40DC-8DAE-DFB8139DC924}"/>
              </a:ext>
            </a:extLst>
          </p:cNvPr>
          <p:cNvSpPr>
            <a:spLocks xmlns:a="http://schemas.openxmlformats.org/drawingml/2006/main" noGrp="1"/>
          </p:cNvSpPr>
          <p:nvPr>
            <p:ph type="title" idx="0"/>
          </p:nvPr>
        </p:nvSpPr>
        <p:spPr>
          <a:xfrm xmlns:a="http://schemas.openxmlformats.org/drawingml/2006/main">
            <a:off x="23185742" y="2300034"/>
            <a:ext cx="6986096" cy="36610544"/>
          </a:xfrm>
        </p:spPr>
        <p:txBody>
          <a:bodyPr xmlns:a="http://schemas.openxmlformats.org/drawingml/2006/main" vert="eaVert"/>
          <a:lstStyle xmlns:a="http://schemas.openxmlformats.org/drawingml/2006/main"/>
          <a:p xmlns:a="http://schemas.openxmlformats.org/drawingml/2006/main">
            <a:r>
              <a:t>Clique para editar o título Mestre</a:t>
            </a:r>
            <a:endParaRPr/>
          </a:p>
        </p:txBody>
      </p:sp>
      <p:sp>
        <p:nvSpPr>
          <p:cNvPr id="3" name="Vertical Text Placeholder 2">
            <a:extLst xmlns:a="http://schemas.openxmlformats.org/drawingml/2006/main">
              <a:ext uri="{FF2B5EF4-FFF2-40B4-BE49-F238E27FC236}">
                <a16:creationId xmlns:a16="http://schemas.microsoft.com/office/drawing/2014/main" id="{DD70F7FC-20F1-403E-A950-5963FA8B764B}"/>
              </a:ext>
            </a:extLst>
          </p:cNvPr>
          <p:cNvSpPr>
            <a:spLocks xmlns:a="http://schemas.openxmlformats.org/drawingml/2006/main" noGrp="1"/>
          </p:cNvSpPr>
          <p:nvPr>
            <p:ph type="body" idx="1"/>
          </p:nvPr>
        </p:nvSpPr>
        <p:spPr>
          <a:xfrm xmlns:a="http://schemas.openxmlformats.org/drawingml/2006/main">
            <a:off x="2227453" y="2300034"/>
            <a:ext cx="20553298" cy="36610544"/>
          </a:xfrm>
        </p:spPr>
        <p:txBody>
          <a:bodyPr xmlns:a="http://schemas.openxmlformats.org/drawingml/2006/main" vert="eaVert"/>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723C34CB-4416-4964-B2D7-8EFC6D8B43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6201E12F-EED9-4A5C-9EF7-8B4CBDFFC0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10A228B-394B-4D90-B8E5-BD669DF5B8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73e90db22944d7" /><Relationship Type="http://schemas.openxmlformats.org/officeDocument/2006/relationships/slideLayout" Target="/ppt/slideLayouts/slideLayout1.xml" Id="Rbeaf563904214c57" /><Relationship Type="http://schemas.openxmlformats.org/officeDocument/2006/relationships/slideLayout" Target="/ppt/slideLayouts/slideLayout2.xml" Id="R4c9f6f0c6fac4da5" /><Relationship Type="http://schemas.openxmlformats.org/officeDocument/2006/relationships/slideLayout" Target="/ppt/slideLayouts/slideLayout3.xml" Id="R7edf4aabddda47c4" /><Relationship Type="http://schemas.openxmlformats.org/officeDocument/2006/relationships/slideLayout" Target="/ppt/slideLayouts/slideLayout4.xml" Id="R69caf717e95149a0" /><Relationship Type="http://schemas.openxmlformats.org/officeDocument/2006/relationships/slideLayout" Target="/ppt/slideLayouts/slideLayout5.xml" Id="R258b7fc503274b61" /><Relationship Type="http://schemas.openxmlformats.org/officeDocument/2006/relationships/slideLayout" Target="/ppt/slideLayouts/slideLayout6.xml" Id="R97dc35da77bb4253" /><Relationship Type="http://schemas.openxmlformats.org/officeDocument/2006/relationships/slideLayout" Target="/ppt/slideLayouts/slideLayout7.xml" Id="Rdfde6f84ed604dfa" /><Relationship Type="http://schemas.openxmlformats.org/officeDocument/2006/relationships/slideLayout" Target="/ppt/slideLayouts/slideLayout8.xml" Id="R82e600eee76e4dcf" /><Relationship Type="http://schemas.openxmlformats.org/officeDocument/2006/relationships/slideLayout" Target="/ppt/slideLayouts/slideLayout9.xml" Id="Re6fc446c816647f3" /><Relationship Type="http://schemas.openxmlformats.org/officeDocument/2006/relationships/slideLayout" Target="/ppt/slideLayouts/slideLayout10.xml" Id="R4a578d3fdaae4719" /><Relationship Type="http://schemas.openxmlformats.org/officeDocument/2006/relationships/slideLayout" Target="/ppt/slideLayouts/slideLayout11.xml" Id="R5966e12e539346b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33273F9-00C3-40EF-B29E-A3378FDC843F}"/>
              </a:ext>
            </a:extLst>
          </p:cNvPr>
          <p:cNvSpPr>
            <a:spLocks xmlns:a="http://schemas.openxmlformats.org/drawingml/2006/main" noGrp="1"/>
          </p:cNvSpPr>
          <p:nvPr>
            <p:ph type="title" idx="0"/>
          </p:nvPr>
        </p:nvSpPr>
        <p:spPr>
          <a:xfrm xmlns:a="http://schemas.openxmlformats.org/drawingml/2006/main">
            <a:off x="2227451" y="2300044"/>
            <a:ext cx="27944386" cy="8350126"/>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C5067A9E-66B3-4E89-8D71-2F78D59C928A}"/>
              </a:ext>
            </a:extLst>
          </p:cNvPr>
          <p:cNvSpPr>
            <a:spLocks xmlns:a="http://schemas.openxmlformats.org/drawingml/2006/main" noGrp="1"/>
          </p:cNvSpPr>
          <p:nvPr>
            <p:ph type="body" idx="1"/>
          </p:nvPr>
        </p:nvSpPr>
        <p:spPr>
          <a:xfrm xmlns:a="http://schemas.openxmlformats.org/drawingml/2006/main">
            <a:off x="2227451" y="11500170"/>
            <a:ext cx="27944386" cy="2741040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74CE2775-396D-4EB2-A2E3-5A4FB3C0318F}"/>
              </a:ext>
            </a:extLst>
          </p:cNvPr>
          <p:cNvSpPr>
            <a:spLocks xmlns:a="http://schemas.openxmlformats.org/drawingml/2006/main" noGrp="1"/>
          </p:cNvSpPr>
          <p:nvPr>
            <p:ph type="dt" idx="2"/>
          </p:nvPr>
        </p:nvSpPr>
        <p:spPr>
          <a:xfrm xmlns:a="http://schemas.openxmlformats.org/drawingml/2006/main">
            <a:off x="2227451" y="40040601"/>
            <a:ext cx="728984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252">
                <a:solidFill>
                  <a:schemeClr val="tx1">
                    <a:tint val="75000"/>
                  </a:schemeClr>
                </a:solidFill>
              </a:defRPr>
            </a:lvl1pPr>
          </a:lstStyle>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D86893A5-5171-4073-B1F6-8C53E35DEA61}"/>
              </a:ext>
            </a:extLst>
          </p:cNvPr>
          <p:cNvSpPr>
            <a:spLocks xmlns:a="http://schemas.openxmlformats.org/drawingml/2006/main" noGrp="1"/>
          </p:cNvSpPr>
          <p:nvPr>
            <p:ph type="ftr" idx="3"/>
          </p:nvPr>
        </p:nvSpPr>
        <p:spPr>
          <a:xfrm xmlns:a="http://schemas.openxmlformats.org/drawingml/2006/main">
            <a:off x="10732264" y="40040601"/>
            <a:ext cx="1093476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252">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F2A6CD8-69EC-4C00-AFD8-D067B86C3138}"/>
              </a:ext>
            </a:extLst>
          </p:cNvPr>
          <p:cNvSpPr>
            <a:spLocks xmlns:a="http://schemas.openxmlformats.org/drawingml/2006/main" noGrp="1"/>
          </p:cNvSpPr>
          <p:nvPr>
            <p:ph type="sldNum" idx="4"/>
          </p:nvPr>
        </p:nvSpPr>
        <p:spPr>
          <a:xfrm xmlns:a="http://schemas.openxmlformats.org/drawingml/2006/main">
            <a:off x="22881997" y="40040601"/>
            <a:ext cx="728984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252">
                <a:solidFill>
                  <a:schemeClr val="tx1">
                    <a:tint val="75000"/>
                  </a:schemeClr>
                </a:solidFill>
              </a:defRPr>
            </a:lvl1pPr>
          </a:lstStyle>
          <a:p xmlns:a="http://schemas.openxmlformats.org/drawingml/2006/main">
            <a:fld id="{DC2F87FD-1EBD-487C-8D49-3577B274FAFE}"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af563904214c57"/>
    <p:sldLayoutId xmlns:r="http://schemas.openxmlformats.org/officeDocument/2006/relationships" id="2147483650" r:id="R4c9f6f0c6fac4da5"/>
    <p:sldLayoutId xmlns:r="http://schemas.openxmlformats.org/officeDocument/2006/relationships" id="2147483651" r:id="R7edf4aabddda47c4"/>
    <p:sldLayoutId xmlns:r="http://schemas.openxmlformats.org/officeDocument/2006/relationships" id="2147483652" r:id="R69caf717e95149a0"/>
    <p:sldLayoutId xmlns:r="http://schemas.openxmlformats.org/officeDocument/2006/relationships" id="2147483653" r:id="R258b7fc503274b61"/>
    <p:sldLayoutId xmlns:r="http://schemas.openxmlformats.org/officeDocument/2006/relationships" id="2147483654" r:id="R97dc35da77bb4253"/>
    <p:sldLayoutId xmlns:r="http://schemas.openxmlformats.org/officeDocument/2006/relationships" id="2147483655" r:id="Rdfde6f84ed604dfa"/>
    <p:sldLayoutId xmlns:r="http://schemas.openxmlformats.org/officeDocument/2006/relationships" id="2147483656" r:id="R82e600eee76e4dcf"/>
    <p:sldLayoutId xmlns:r="http://schemas.openxmlformats.org/officeDocument/2006/relationships" id="2147483657" r:id="Re6fc446c816647f3"/>
    <p:sldLayoutId xmlns:r="http://schemas.openxmlformats.org/officeDocument/2006/relationships" id="2147483658" r:id="R4a578d3fdaae4719"/>
    <p:sldLayoutId xmlns:r="http://schemas.openxmlformats.org/officeDocument/2006/relationships" id="2147483659" r:id="R5966e12e539346b1"/>
  </p:sldLayoutIdLst>
  <p:txStyles>
    <p:titleStyle>
      <a:lvl1pPr xmlns:a="http://schemas.openxmlformats.org/drawingml/2006/main" algn="l" defTabSz="3239902">
        <a:lnSpc>
          <a:spcPct val="90000"/>
        </a:lnSpc>
        <a:spcBef>
          <a:spcPct val="0"/>
        </a:spcBef>
        <a:buNone/>
        <a:defRPr sz="15590" kern="1200">
          <a:solidFill>
            <a:schemeClr val="tx1"/>
          </a:solidFill>
          <a:latin typeface="+mj-lt"/>
          <a:ea typeface="+mj-lt"/>
          <a:cs typeface="+mj-lt"/>
        </a:defRPr>
      </a:lvl1pPr>
    </p:titleStyle>
    <p:bodyStyle>
      <a:lvl1pPr xmlns:a="http://schemas.openxmlformats.org/drawingml/2006/main" marL="809976" indent="-809976" algn="l" defTabSz="3239902">
        <a:lnSpc>
          <a:spcPct val="90000"/>
        </a:lnSpc>
        <a:spcBef>
          <a:spcPts val="3543"/>
        </a:spcBef>
        <a:buFont typeface="Arial"/>
        <a:buChar char="•"/>
        <a:defRPr sz="9921" kern="1200">
          <a:solidFill>
            <a:schemeClr val="tx1"/>
          </a:solidFill>
          <a:latin typeface="+mn-lt"/>
          <a:ea typeface="+mn-lt"/>
          <a:cs typeface="+mn-lt"/>
        </a:defRPr>
      </a:lvl1pPr>
      <a:lvl2pPr xmlns:a="http://schemas.openxmlformats.org/drawingml/2006/main" marL="2429927" indent="-809976" algn="l" defTabSz="3239902">
        <a:lnSpc>
          <a:spcPct val="90000"/>
        </a:lnSpc>
        <a:spcBef>
          <a:spcPts val="1772"/>
        </a:spcBef>
        <a:buFont typeface="Arial"/>
        <a:buChar char="•"/>
        <a:defRPr sz="8504" kern="1200">
          <a:solidFill>
            <a:schemeClr val="tx1"/>
          </a:solidFill>
          <a:latin typeface="+mn-lt"/>
          <a:ea typeface="+mn-lt"/>
          <a:cs typeface="+mn-lt"/>
        </a:defRPr>
      </a:lvl2pPr>
      <a:lvl3pPr xmlns:a="http://schemas.openxmlformats.org/drawingml/2006/main" marL="4049878" indent="-809976" algn="l" defTabSz="3239902">
        <a:lnSpc>
          <a:spcPct val="90000"/>
        </a:lnSpc>
        <a:spcBef>
          <a:spcPts val="1772"/>
        </a:spcBef>
        <a:buFont typeface="Arial"/>
        <a:buChar char="•"/>
        <a:defRPr sz="7086" kern="1200">
          <a:solidFill>
            <a:schemeClr val="tx1"/>
          </a:solidFill>
          <a:latin typeface="+mn-lt"/>
          <a:ea typeface="+mn-lt"/>
          <a:cs typeface="+mn-lt"/>
        </a:defRPr>
      </a:lvl3pPr>
      <a:lvl4pPr xmlns:a="http://schemas.openxmlformats.org/drawingml/2006/main" marL="5669829" indent="-809976" algn="l" defTabSz="3239902">
        <a:lnSpc>
          <a:spcPct val="90000"/>
        </a:lnSpc>
        <a:spcBef>
          <a:spcPts val="1772"/>
        </a:spcBef>
        <a:buFont typeface="Arial"/>
        <a:buChar char="•"/>
        <a:defRPr sz="6378" kern="1200">
          <a:solidFill>
            <a:schemeClr val="tx1"/>
          </a:solidFill>
          <a:latin typeface="+mn-lt"/>
          <a:ea typeface="+mn-lt"/>
          <a:cs typeface="+mn-lt"/>
        </a:defRPr>
      </a:lvl4pPr>
      <a:lvl5pPr xmlns:a="http://schemas.openxmlformats.org/drawingml/2006/main" marL="7289780" indent="-809976" algn="l" defTabSz="3239902">
        <a:lnSpc>
          <a:spcPct val="90000"/>
        </a:lnSpc>
        <a:spcBef>
          <a:spcPts val="1772"/>
        </a:spcBef>
        <a:buFont typeface="Arial"/>
        <a:buChar char="•"/>
        <a:defRPr sz="6378" kern="1200">
          <a:solidFill>
            <a:schemeClr val="tx1"/>
          </a:solidFill>
          <a:latin typeface="+mn-lt"/>
          <a:ea typeface="+mn-lt"/>
          <a:cs typeface="+mn-lt"/>
        </a:defRPr>
      </a:lvl5pPr>
      <a:lvl6pPr xmlns:a="http://schemas.openxmlformats.org/drawingml/2006/main" marL="8909731" indent="-809976" algn="l" defTabSz="3239902">
        <a:lnSpc>
          <a:spcPct val="90000"/>
        </a:lnSpc>
        <a:spcBef>
          <a:spcPts val="1772"/>
        </a:spcBef>
        <a:buFont typeface="Arial"/>
        <a:buChar char="•"/>
        <a:defRPr sz="6378" kern="1200">
          <a:solidFill>
            <a:schemeClr val="tx1"/>
          </a:solidFill>
          <a:latin typeface="+mn-lt"/>
          <a:ea typeface="+mn-lt"/>
          <a:cs typeface="+mn-lt"/>
        </a:defRPr>
      </a:lvl6pPr>
      <a:lvl7pPr xmlns:a="http://schemas.openxmlformats.org/drawingml/2006/main" marL="10529682" indent="-809976" algn="l" defTabSz="3239902">
        <a:lnSpc>
          <a:spcPct val="90000"/>
        </a:lnSpc>
        <a:spcBef>
          <a:spcPts val="1772"/>
        </a:spcBef>
        <a:buFont typeface="Arial"/>
        <a:buChar char="•"/>
        <a:defRPr sz="6378" kern="1200">
          <a:solidFill>
            <a:schemeClr val="tx1"/>
          </a:solidFill>
          <a:latin typeface="+mn-lt"/>
          <a:ea typeface="+mn-lt"/>
          <a:cs typeface="+mn-lt"/>
        </a:defRPr>
      </a:lvl7pPr>
      <a:lvl8pPr xmlns:a="http://schemas.openxmlformats.org/drawingml/2006/main" marL="12149633" indent="-809976" algn="l" defTabSz="3239902">
        <a:lnSpc>
          <a:spcPct val="90000"/>
        </a:lnSpc>
        <a:spcBef>
          <a:spcPts val="1772"/>
        </a:spcBef>
        <a:buFont typeface="Arial"/>
        <a:buChar char="•"/>
        <a:defRPr sz="6378" kern="1200">
          <a:solidFill>
            <a:schemeClr val="tx1"/>
          </a:solidFill>
          <a:latin typeface="+mn-lt"/>
          <a:ea typeface="+mn-lt"/>
          <a:cs typeface="+mn-lt"/>
        </a:defRPr>
      </a:lvl8pPr>
      <a:lvl9pPr xmlns:a="http://schemas.openxmlformats.org/drawingml/2006/main" marL="13769584" indent="-809976" algn="l" defTabSz="3239902">
        <a:lnSpc>
          <a:spcPct val="90000"/>
        </a:lnSpc>
        <a:spcBef>
          <a:spcPts val="1772"/>
        </a:spcBef>
        <a:buFont typeface="Arial"/>
        <a:buChar char="•"/>
        <a:defRPr sz="6378" kern="1200">
          <a:solidFill>
            <a:schemeClr val="tx1"/>
          </a:solidFill>
          <a:latin typeface="+mn-lt"/>
          <a:ea typeface="+mn-lt"/>
          <a:cs typeface="+mn-lt"/>
        </a:defRPr>
      </a:lvl9pPr>
    </p:bodyStyle>
    <p:otherStyle>
      <a:lvl1pPr xmlns:a="http://schemas.openxmlformats.org/drawingml/2006/main" marL="0" algn="l" defTabSz="3239902">
        <a:buNone/>
        <a:defRPr sz="6378" kern="1200">
          <a:solidFill>
            <a:schemeClr val="tx1"/>
          </a:solidFill>
          <a:latin typeface="+mn-lt"/>
          <a:ea typeface="+mn-lt"/>
          <a:cs typeface="+mn-lt"/>
        </a:defRPr>
      </a:lvl1pPr>
      <a:lvl2pPr xmlns:a="http://schemas.openxmlformats.org/drawingml/2006/main" marL="1619951" algn="l" defTabSz="3239902">
        <a:buNone/>
        <a:defRPr sz="6378" kern="1200">
          <a:solidFill>
            <a:schemeClr val="tx1"/>
          </a:solidFill>
          <a:latin typeface="+mn-lt"/>
          <a:ea typeface="+mn-lt"/>
          <a:cs typeface="+mn-lt"/>
        </a:defRPr>
      </a:lvl2pPr>
      <a:lvl3pPr xmlns:a="http://schemas.openxmlformats.org/drawingml/2006/main" marL="3239902" algn="l" defTabSz="3239902">
        <a:buNone/>
        <a:defRPr sz="6378" kern="1200">
          <a:solidFill>
            <a:schemeClr val="tx1"/>
          </a:solidFill>
          <a:latin typeface="+mn-lt"/>
          <a:ea typeface="+mn-lt"/>
          <a:cs typeface="+mn-lt"/>
        </a:defRPr>
      </a:lvl3pPr>
      <a:lvl4pPr xmlns:a="http://schemas.openxmlformats.org/drawingml/2006/main" marL="4859853" algn="l" defTabSz="3239902">
        <a:buNone/>
        <a:defRPr sz="6378" kern="1200">
          <a:solidFill>
            <a:schemeClr val="tx1"/>
          </a:solidFill>
          <a:latin typeface="+mn-lt"/>
          <a:ea typeface="+mn-lt"/>
          <a:cs typeface="+mn-lt"/>
        </a:defRPr>
      </a:lvl4pPr>
      <a:lvl5pPr xmlns:a="http://schemas.openxmlformats.org/drawingml/2006/main" marL="6479804" algn="l" defTabSz="3239902">
        <a:buNone/>
        <a:defRPr sz="6378" kern="1200">
          <a:solidFill>
            <a:schemeClr val="tx1"/>
          </a:solidFill>
          <a:latin typeface="+mn-lt"/>
          <a:ea typeface="+mn-lt"/>
          <a:cs typeface="+mn-lt"/>
        </a:defRPr>
      </a:lvl5pPr>
      <a:lvl6pPr xmlns:a="http://schemas.openxmlformats.org/drawingml/2006/main" marL="8099755" algn="l" defTabSz="3239902">
        <a:buNone/>
        <a:defRPr sz="6378" kern="1200">
          <a:solidFill>
            <a:schemeClr val="tx1"/>
          </a:solidFill>
          <a:latin typeface="+mn-lt"/>
          <a:ea typeface="+mn-lt"/>
          <a:cs typeface="+mn-lt"/>
        </a:defRPr>
      </a:lvl6pPr>
      <a:lvl7pPr xmlns:a="http://schemas.openxmlformats.org/drawingml/2006/main" marL="9719706" algn="l" defTabSz="3239902">
        <a:buNone/>
        <a:defRPr sz="6378" kern="1200">
          <a:solidFill>
            <a:schemeClr val="tx1"/>
          </a:solidFill>
          <a:latin typeface="+mn-lt"/>
          <a:ea typeface="+mn-lt"/>
          <a:cs typeface="+mn-lt"/>
        </a:defRPr>
      </a:lvl7pPr>
      <a:lvl8pPr xmlns:a="http://schemas.openxmlformats.org/drawingml/2006/main" marL="11339657" algn="l" defTabSz="3239902">
        <a:buNone/>
        <a:defRPr sz="6378" kern="1200">
          <a:solidFill>
            <a:schemeClr val="tx1"/>
          </a:solidFill>
          <a:latin typeface="+mn-lt"/>
          <a:ea typeface="+mn-lt"/>
          <a:cs typeface="+mn-lt"/>
        </a:defRPr>
      </a:lvl8pPr>
      <a:lvl9pPr xmlns:a="http://schemas.openxmlformats.org/drawingml/2006/main" marL="12959608" algn="l" defTabSz="3239902">
        <a:buNone/>
        <a:defRPr sz="6378"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f37f088e604027" /><Relationship Type="http://schemas.openxmlformats.org/officeDocument/2006/relationships/image" Target="/ppt/media/image.png" Id="R9f28555853514fd8" /><Relationship Type="http://schemas.openxmlformats.org/officeDocument/2006/relationships/image" Target="/ppt/media/image.jpeg" Id="R7eb012c2af1b4cc5" /><Relationship Type="http://schemas.openxmlformats.org/officeDocument/2006/relationships/image" Target="/ppt/media/image2.png" Id="R9a89239e7b634250" /><Relationship Type="http://schemas.openxmlformats.org/officeDocument/2006/relationships/image" Target="/ppt/media/image3.png" Id="R61b0b15218894532" /><Relationship Type="http://schemas.openxmlformats.org/officeDocument/2006/relationships/notesSlide" Target="/ppt/notesSlides/notesSlide1.xml" Id="R2441dd4214ca4ab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753D1E6-1BDE-4FB3-9D2A-1B2B6D9A5CEB}"/>
              </a:ext>
            </a:extLst>
          </p:cNvPr>
          <p:cNvSpPr>
            <a:spLocks xmlns:a="http://schemas.openxmlformats.org/drawingml/2006/main" noGrp="1"/>
          </p:cNvSpPr>
          <p:nvPr>
            <p:ph type="ctrTitle" idx="0"/>
          </p:nvPr>
        </p:nvSpPr>
        <p:spPr>
          <a:xfrm xmlns:a="http://schemas.openxmlformats.org/drawingml/2006/main">
            <a:off x="2940020" y="9328366"/>
            <a:ext cx="25187562" cy="2044690"/>
          </a:xfrm>
        </p:spPr>
        <p:txBody>
          <a:bodyPr xmlns:a="http://schemas.openxmlformats.org/drawingml/2006/main" wrap="square" anchor="ctr">
            <a:noAutofit/>
          </a:bodyPr>
          <a:lstStyle xmlns:a="http://schemas.openxmlformats.org/drawingml/2006/main"/>
          <a:p xmlns:a="http://schemas.openxmlformats.org/drawingml/2006/main">
            <a:pPr algn="ctr">
              <a:defRPr sz="6000">
                <a:solidFill>
                  <a:srgbClr val="000000"/>
                </a:solidFill>
                <a:latin typeface="Arial"/>
                <a:ea typeface="Arial"/>
                <a:cs typeface="Arial"/>
              </a:defRPr>
            </a:pPr>
            <a:r>
              <a:rPr sz="6000">
                <a:solidFill>
                  <a:srgbClr val="000000"/>
                </a:solidFill>
                <a:latin typeface="Arial"/>
                <a:ea typeface="Arial"/>
                <a:cs typeface="Arial"/>
              </a:rPr>
              <a:t>Aluno: Rafael Bavaresco Messias Moura¹,</a:t>
            </a:r>
          </a:p>
          <a:p xmlns:a="http://schemas.openxmlformats.org/drawingml/2006/main">
            <a:pPr algn="ctr">
              <a:defRPr sz="6000">
                <a:solidFill>
                  <a:srgbClr val="000000"/>
                </a:solidFill>
                <a:latin typeface="Arial"/>
                <a:ea typeface="Arial"/>
                <a:cs typeface="Arial"/>
              </a:defRPr>
            </a:pPr>
            <a:r>
              <a:rPr sz="6000">
                <a:solidFill>
                  <a:srgbClr val="000000"/>
                </a:solidFill>
                <a:latin typeface="Arial"/>
                <a:ea typeface="Arial"/>
                <a:cs typeface="Arial"/>
              </a:rPr>
              <a:t>Orientador: Prof. Esp. Célio Desiró²</a:t>
            </a:r>
          </a:p>
        </p:txBody>
      </p:sp>
      <p:sp>
        <p:nvSpPr>
          <p:cNvPr id="7" name="Título 1">
            <a:extLst xmlns:a="http://schemas.openxmlformats.org/drawingml/2006/main">
              <a:ext uri="{FF2B5EF4-FFF2-40B4-BE49-F238E27FC236}">
                <a16:creationId xmlns:a16="http://schemas.microsoft.com/office/drawing/2014/main" id="{0B0A3C0F-9B50-4913-AEDE-C23830C5F7E0}"/>
              </a:ext>
            </a:extLst>
          </p:cNvPr>
          <p:cNvSpPr>
            <a:spLocks xmlns:a="http://schemas.openxmlformats.org/drawingml/2006/main" noGrp="1"/>
          </p:cNvSpPr>
          <p:nvPr/>
        </p:nvSpPr>
        <p:spPr>
          <a:xfrm xmlns:a="http://schemas.openxmlformats.org/drawingml/2006/main">
            <a:off x="5867401" y="1660855"/>
            <a:ext cx="17170399" cy="3756395"/>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lnSpc>
                <a:spcPct val="100000"/>
              </a:lnSpc>
              <a:buNone/>
              <a:defRPr sz="5000" b="1">
                <a:solidFill>
                  <a:srgbClr val="000000"/>
                </a:solidFill>
                <a:latin typeface="Arial Black"/>
                <a:ea typeface="Arial Black"/>
                <a:cs typeface="Arial Black"/>
              </a:defRPr>
            </a:pPr>
            <a:r>
              <a:rPr sz="5000" b="1">
                <a:solidFill>
                  <a:srgbClr val="000000"/>
                </a:solidFill>
                <a:latin typeface="Arial Black"/>
                <a:ea typeface="Arial Black"/>
                <a:cs typeface="Arial Black"/>
              </a:rPr>
              <a:t>APRESENTAÇÃO DE TRABALHOS DE CONCLUSÃO DE CURSO</a:t>
            </a:r>
          </a:p>
          <a:p xmlns:a="http://schemas.openxmlformats.org/drawingml/2006/main">
            <a:pPr algn="ctr">
              <a:lnSpc>
                <a:spcPct val="100000"/>
              </a:lnSpc>
              <a:buNone/>
              <a:defRPr sz="5000" b="1">
                <a:solidFill>
                  <a:srgbClr val="000000"/>
                </a:solidFill>
                <a:latin typeface="Arial Black"/>
                <a:ea typeface="Arial Black"/>
                <a:cs typeface="Arial Black"/>
              </a:defRPr>
            </a:pPr>
            <a:r>
              <a:rPr sz="5000" b="1">
                <a:solidFill>
                  <a:srgbClr val="000000"/>
                </a:solidFill>
                <a:latin typeface="Arial Black"/>
                <a:ea typeface="Arial Black"/>
                <a:cs typeface="Arial Black"/>
              </a:rPr>
              <a:t>2026</a:t>
            </a:r>
            <a:endParaRPr sz="5000" b="1">
              <a:latin typeface="Arial Black"/>
              <a:ea typeface="Arial Black"/>
              <a:cs typeface="Arial Black"/>
            </a:endParaRPr>
          </a:p>
        </p:txBody>
      </p:sp>
      <p:sp>
        <p:nvSpPr>
          <p:cNvPr id="8" name="Título 1">
            <a:extLst xmlns:a="http://schemas.openxmlformats.org/drawingml/2006/main">
              <a:ext uri="{FF2B5EF4-FFF2-40B4-BE49-F238E27FC236}">
                <a16:creationId xmlns:a16="http://schemas.microsoft.com/office/drawing/2014/main" id="{FD5AA19B-499A-4B9F-93A1-A65EAB609DC5}"/>
              </a:ext>
            </a:extLst>
          </p:cNvPr>
          <p:cNvSpPr>
            <a:spLocks xmlns:a="http://schemas.openxmlformats.org/drawingml/2006/main" noGrp="1"/>
          </p:cNvSpPr>
          <p:nvPr/>
        </p:nvSpPr>
        <p:spPr>
          <a:xfrm xmlns:a="http://schemas.openxmlformats.org/drawingml/2006/main">
            <a:off x="2089133" y="11262801"/>
            <a:ext cx="27305876" cy="1544526"/>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defRPr sz="2800">
                <a:solidFill>
                  <a:srgbClr val="000000"/>
                </a:solidFill>
                <a:latin typeface="Arial"/>
                <a:ea typeface="Arial"/>
                <a:cs typeface="Arial"/>
              </a:defRPr>
            </a:pPr>
            <a:r>
              <a:rPr sz="2800">
                <a:solidFill>
                  <a:srgbClr val="000000"/>
                </a:solidFill>
                <a:latin typeface="Arial"/>
                <a:ea typeface="Arial"/>
                <a:cs typeface="Arial"/>
              </a:rPr>
              <a:t>¹ Graduando em Análise e Desenvolvimento de Sistemas pela Fundação Educacional do Município de Assis (FEMA).</a:t>
            </a:r>
          </a:p>
          <a:p xmlns:a="http://schemas.openxmlformats.org/drawingml/2006/main">
            <a:pPr algn="ctr">
              <a:defRPr sz="2800">
                <a:solidFill>
                  <a:srgbClr val="000000"/>
                </a:solidFill>
                <a:latin typeface="Arial"/>
                <a:ea typeface="Arial"/>
                <a:cs typeface="Arial"/>
              </a:defRPr>
            </a:pPr>
            <a:r>
              <a:rPr sz="2800">
                <a:solidFill>
                  <a:srgbClr val="000000"/>
                </a:solidFill>
                <a:latin typeface="Arial"/>
                <a:ea typeface="Arial"/>
                <a:cs typeface="Arial"/>
              </a:rPr>
              <a:t>² Especialista. Docente e orientador do curso de Análise e Desenvolvimento de Sistemas da Fundação Educacional do Município de Assis (FEMA).</a:t>
            </a:r>
          </a:p>
        </p:txBody>
      </p:sp>
      <p:sp>
        <p:nvSpPr>
          <p:cNvPr id="10" name="Título 1">
            <a:extLst xmlns:a="http://schemas.openxmlformats.org/drawingml/2006/main">
              <a:ext uri="{FF2B5EF4-FFF2-40B4-BE49-F238E27FC236}">
                <a16:creationId xmlns:a16="http://schemas.microsoft.com/office/drawing/2014/main" id="{92BEE783-4090-4185-A297-981222D76280}"/>
              </a:ext>
            </a:extLst>
          </p:cNvPr>
          <p:cNvSpPr>
            <a:spLocks xmlns:a="http://schemas.openxmlformats.org/drawingml/2006/main" noGrp="1"/>
          </p:cNvSpPr>
          <p:nvPr/>
        </p:nvSpPr>
        <p:spPr>
          <a:xfrm xmlns:a="http://schemas.openxmlformats.org/drawingml/2006/main">
            <a:off x="1143000" y="13596504"/>
            <a:ext cx="14021261" cy="10111681"/>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INTRODUÇÃO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Pequenas academias podem enfrentar dificuldades quando cadastros, frequência, treinos e controles financeiros permanecem distribuídos entre papéis, planilhas e aplicativos de mensagens. Essa fragmentação reduz a padronização, dificulta a consulta ao histórico e aumenta o retrabalho. Sistemas de informação podem organizar esses fluxos quando são projetados a partir das necessidades reais dos usuários [1].</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Neste contexto, este trabalho apresenta o FitPro, sistema web desenvolvido para apoiar a gestão do Studio Bio Fitness. A aplicação reúne rotinas administrativas e de acompanhamento em áreas específicas para proprietário, administração, professor e aluno. A versão atual utiliza React e TypeScript no front-end, Supabase como Backend-as-a-Service e PostgreSQL para persistência dos dados.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A digitalização também exige cuidados com dados pessoais. Nome, CPF, telefone, e-mail e registros ligados à saúde requerem controles de acesso e medidas técnicas adequadas à Lei Geral de Proteção de Dados Pessoais [2]. O trabalho investiga como um sistema integrado pode reduzir a fragmentação operacional e evoluir com segurança para um ambiente de produção.</a:t>
            </a:r>
          </a:p>
        </p:txBody>
      </p:sp>
      <p:sp>
        <p:nvSpPr>
          <p:cNvPr id="9" name="CaixaDeTexto 8">
            <a:extLst xmlns:a="http://schemas.openxmlformats.org/drawingml/2006/main">
              <a:ext uri="{FF2B5EF4-FFF2-40B4-BE49-F238E27FC236}">
                <a16:creationId xmlns:a16="http://schemas.microsoft.com/office/drawing/2014/main" id="{B022FDAD-B846-46BD-BAB9-ED4E63DBD3A1}"/>
              </a:ext>
            </a:extLst>
          </p:cNvPr>
          <p:cNvSpPr>
            <a:spLocks xmlns:a="http://schemas.openxmlformats.org/drawingml/2006/main" noGrp="1"/>
          </p:cNvSpPr>
          <p:nvPr/>
        </p:nvSpPr>
        <p:spPr>
          <a:xfrm xmlns:a="http://schemas.openxmlformats.org/drawingml/2006/main">
            <a:off x="16715423" y="39385875"/>
            <a:ext cx="14021276" cy="323164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spcAft>
                <a:spcPts val="900"/>
              </a:spcAft>
              <a:defRPr sz="2400">
                <a:solidFill>
                  <a:srgbClr val="000000"/>
                </a:solidFill>
                <a:latin typeface="Arial"/>
                <a:ea typeface="Arial"/>
                <a:cs typeface="Arial"/>
              </a:defRPr>
            </a:pPr>
            <a:r>
              <a:rPr sz="2400" b="1">
                <a:solidFill>
                  <a:srgbClr val="000000"/>
                </a:solidFill>
                <a:latin typeface="Arial"/>
                <a:ea typeface="Arial"/>
                <a:cs typeface="Arial"/>
              </a:rPr>
              <a:t>REFERÊNCIAS</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1. LAUDON, K. C.; LAUDON, J. P. Sistemas de informação gerenciais. 11. ed. São Paulo: Pearson, 2016.</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2. BRASIL. Lei nº 13.709, de 14 de agosto de 2018. Lei Geral de Proteção de Dados Pessoais.</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3. BECK, K. et al. Manifesto for Agile Software Development. 2001.</a:t>
            </a:r>
          </a:p>
          <a:p xmlns:a="http://schemas.openxmlformats.org/drawingml/2006/main">
            <a:pPr algn="l">
              <a:spcAft>
                <a:spcPts val="0"/>
              </a:spcAft>
              <a:defRPr sz="2400">
                <a:solidFill>
                  <a:srgbClr val="000000"/>
                </a:solidFill>
                <a:latin typeface="Arial"/>
                <a:ea typeface="Arial"/>
                <a:cs typeface="Arial"/>
              </a:defRPr>
            </a:pPr>
            <a:r>
              <a:rPr sz="2400">
                <a:solidFill>
                  <a:srgbClr val="000000"/>
                </a:solidFill>
                <a:latin typeface="Arial"/>
                <a:ea typeface="Arial"/>
                <a:cs typeface="Arial"/>
              </a:rPr>
              <a:t>4. SUPABASE. Row Level Security. 2026.</a:t>
            </a:r>
          </a:p>
        </p:txBody>
      </p:sp>
      <p:sp>
        <p:nvSpPr>
          <p:cNvPr id="18" name="Título 1">
            <a:extLst xmlns:a="http://schemas.openxmlformats.org/drawingml/2006/main">
              <a:ext uri="{FF2B5EF4-FFF2-40B4-BE49-F238E27FC236}">
                <a16:creationId xmlns:a16="http://schemas.microsoft.com/office/drawing/2014/main" id="{CFD256F6-7159-4362-960E-F32E99D5112D}"/>
              </a:ext>
            </a:extLst>
          </p:cNvPr>
          <p:cNvSpPr>
            <a:spLocks xmlns:a="http://schemas.openxmlformats.org/drawingml/2006/main" noGrp="1"/>
          </p:cNvSpPr>
          <p:nvPr/>
        </p:nvSpPr>
        <p:spPr>
          <a:xfrm xmlns:a="http://schemas.openxmlformats.org/drawingml/2006/main">
            <a:off x="1143000" y="28748211"/>
            <a:ext cx="14390801" cy="13869360"/>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DESCRIÇÃO METODOLÓGICA</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trabalho caracteriza-se como desenvolvimento tecnológico aplicado, de natureza exploratória e abordagem qualitativa. O levantamento de necessidades ocorreu de forma imersiva no Studio Bio Fitness, por meio da observação da rotina, de conversas com pessoas envolvidas na operação e de revisões sucessivas das telas e fluxos.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desenvolvimento seguiu ciclos incrementais de compreensão do problema, implementação e revisão, em alinhamento com princípios ágeis [3]. Os requisitos foram confrontados com o código e com a execução dos fluxos disponíveis. A validação considerou o comportamento dos perfis, a persistência no Supabase, o isolamento entre academias e as limitações ainda presentes. Os resultados descrevem o contexto estudado e não representam inferência estatística sobre o setor.</a:t>
            </a:r>
          </a:p>
        </p:txBody>
      </p:sp>
      <p:sp>
        <p:nvSpPr>
          <p:cNvPr id="20" name="Título 1">
            <a:extLst xmlns:a="http://schemas.openxmlformats.org/drawingml/2006/main">
              <a:ext uri="{FF2B5EF4-FFF2-40B4-BE49-F238E27FC236}">
                <a16:creationId xmlns:a16="http://schemas.microsoft.com/office/drawing/2014/main" id="{35834311-3DFF-4D7B-A104-AD8C31AE9032}"/>
              </a:ext>
            </a:extLst>
          </p:cNvPr>
          <p:cNvSpPr>
            <a:spLocks xmlns:a="http://schemas.openxmlformats.org/drawingml/2006/main" noGrp="1"/>
          </p:cNvSpPr>
          <p:nvPr/>
        </p:nvSpPr>
        <p:spPr>
          <a:xfrm xmlns:a="http://schemas.openxmlformats.org/drawingml/2006/main">
            <a:off x="1143000" y="24497365"/>
            <a:ext cx="14390801" cy="3461669"/>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OBJETIVOS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objetivo geral é desenvolver e avaliar o FitPro como aplicação web de apoio à gestão do Studio Bio Fitness. O projeto busca centralizar cadastros, turmas, planos, finanças, frequência, treinos e evolução de peso. Também organiza o acesso por perfil, valida a persistência dos dados e identifica medidas necessárias para a evolução segura do sistema.</a:t>
            </a:r>
          </a:p>
        </p:txBody>
      </p:sp>
      <p:sp>
        <p:nvSpPr>
          <p:cNvPr id="21" name="Título 1">
            <a:extLst xmlns:a="http://schemas.openxmlformats.org/drawingml/2006/main">
              <a:ext uri="{FF2B5EF4-FFF2-40B4-BE49-F238E27FC236}">
                <a16:creationId xmlns:a16="http://schemas.microsoft.com/office/drawing/2014/main" id="{263E1B0A-C761-4066-B9CA-D7A68FF91B6A}"/>
              </a:ext>
            </a:extLst>
          </p:cNvPr>
          <p:cNvSpPr>
            <a:spLocks xmlns:a="http://schemas.openxmlformats.org/drawingml/2006/main" noGrp="1"/>
          </p:cNvSpPr>
          <p:nvPr/>
        </p:nvSpPr>
        <p:spPr>
          <a:xfrm xmlns:a="http://schemas.openxmlformats.org/drawingml/2006/main">
            <a:off x="16715398" y="13596504"/>
            <a:ext cx="14021261" cy="19607195"/>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RESULTADOS E DISCUSSÃO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levantamento realizado no Studio Bio Fitness mostrou a necessidade de centralizar informações antes consultadas em registros separados. O FitPro passou a reunir, em uma única aplicação, o cadastro de academias, administradores, alunos, professores, planos e turmas. O sistema também contempla agenda, frequência, informações financeiras, relatórios, treinos e evolução de peso.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proprietário cadastra academias e define seus administradores. A administração gerencia a rotina operacional da unidade. O professor consulta os alunos vinculados, organiza treinos e registra presença. O aluno acompanha exercícios, séries realizadas, peso, frequência e situação da mensalidade. A separação dos perfis reduz a exposição de funções que não pertencem ao usuário autenticado.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A versão atual utiliza políticas de Row Level Security para restringir o acesso conforme o perfil e a academia [4]. Operações sensíveis, como criação de contas e redefinição de acesso, são executadas em funções de servidor. Alterações administrativas ficam registradas em auditoria. Em um ensaio com duas academias fictícias, usuários de uma unidade não conseguiram ler ou alterar registros da outra.</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A integração Pix é opcional por academia. Pagamentos reais controlados confirmaram a geração da cobrança, a validação no servidor e o registro financeiro. A rotina de conciliação consulta cobranças pendentes, enquanto o histórico permite acompanhar o estado das transações. Estornos, disputas e falhas externas ainda exigem conferência operacional.</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Os resultados indicam que a aplicação centraliza os principais fluxos previstos e oferece uma base funcional para evolução. Entretanto, a adoção em produção depende de testes contínuos das políticas de acesso, monitoramento das integrações e revisão periódica dos controles de segurança.</a:t>
            </a:r>
          </a:p>
        </p:txBody>
      </p:sp>
      <p:sp>
        <p:nvSpPr>
          <p:cNvPr id="22" name="Título 1">
            <a:extLst xmlns:a="http://schemas.openxmlformats.org/drawingml/2006/main">
              <a:ext uri="{FF2B5EF4-FFF2-40B4-BE49-F238E27FC236}">
                <a16:creationId xmlns:a16="http://schemas.microsoft.com/office/drawing/2014/main" id="{0D732ADD-F0F3-46B0-B1BF-F7B862D4AA1B}"/>
              </a:ext>
            </a:extLst>
          </p:cNvPr>
          <p:cNvSpPr>
            <a:spLocks xmlns:a="http://schemas.openxmlformats.org/drawingml/2006/main" noGrp="1"/>
          </p:cNvSpPr>
          <p:nvPr/>
        </p:nvSpPr>
        <p:spPr>
          <a:xfrm xmlns:a="http://schemas.openxmlformats.org/drawingml/2006/main">
            <a:off x="16715396" y="33203699"/>
            <a:ext cx="14021261" cy="4858202"/>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CONSIDERAÇÕES FINAIS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FitPro demonstrou a viabilidade de centralizar processos relevantes do Studio Bio Fitness em uma aplicação web integrada. A evolução do projeto acrescentou isolamento entre academias, operações administrativas no servidor, auditoria, criação de treinos, persistência de frequência e pagamentos Pix opcionais. Antes de uma adoção comercial ampla, o sistema ainda requer testes contínuos de segurança, acompanhamento das integrações financeiras e validação operacional em diferentes academias.</a:t>
            </a:r>
          </a:p>
        </p:txBody>
      </p:sp>
      <p:pic>
        <p:nvPicPr>
          <p:cNvPr id="38" name="Imagem 2"/>
          <p:cNvPicPr>
            <a:picLocks xmlns:a="http://schemas.openxmlformats.org/drawingml/2006/main" noChangeAspect="1"/>
          </p:cNvPicPr>
          <p:nvPr/>
        </p:nvPicPr>
        <p:blipFill>
          <a:blip xmlns:r="http://schemas.openxmlformats.org/officeDocument/2006/relationships" xmlns:a="http://schemas.openxmlformats.org/drawingml/2006/main" r:embed="R9f28555853514fd8"/>
          <a:stretch xmlns:a="http://schemas.openxmlformats.org/drawingml/2006/main">
            <a:fillRect l="0" t="0" r="0" b="0"/>
          </a:stretch>
        </p:blipFill>
        <p:spPr>
          <a:xfrm xmlns:a="http://schemas.openxmlformats.org/drawingml/2006/main">
            <a:off x="22742118" y="2027552"/>
            <a:ext cx="7994539" cy="2370145"/>
          </a:xfrm>
          <a:prstGeom xmlns:a="http://schemas.openxmlformats.org/drawingml/2006/main" prst="rect">
            <a:avLst/>
          </a:prstGeom>
        </p:spPr>
      </p:pic>
      <p:pic>
        <p:nvPicPr>
          <p:cNvPr id="39" name="Imagem 3"/>
          <p:cNvPicPr>
            <a:picLocks xmlns:a="http://schemas.openxmlformats.org/drawingml/2006/main" noChangeAspect="1"/>
          </p:cNvPicPr>
          <p:nvPr/>
        </p:nvPicPr>
        <p:blipFill>
          <a:blip xmlns:r="http://schemas.openxmlformats.org/officeDocument/2006/relationships" xmlns:a="http://schemas.openxmlformats.org/drawingml/2006/main" r:embed="R7eb012c2af1b4cc5"/>
          <a:stretch xmlns:a="http://schemas.openxmlformats.org/drawingml/2006/main">
            <a:fillRect l="0" t="0" r="0" b="0"/>
          </a:stretch>
        </p:blipFill>
        <p:spPr>
          <a:xfrm xmlns:a="http://schemas.openxmlformats.org/drawingml/2006/main">
            <a:off x="1447800" y="562638"/>
            <a:ext cx="5629365" cy="5403739"/>
          </a:xfrm>
          <a:prstGeom xmlns:a="http://schemas.openxmlformats.org/drawingml/2006/main" prst="rect">
            <a:avLst/>
          </a:prstGeom>
        </p:spPr>
      </p:pic>
      <p:sp>
        <p:nvSpPr>
          <p:cNvPr id="5" name="Título 1">
            <a:extLst xmlns:a="http://schemas.openxmlformats.org/drawingml/2006/main">
              <a:ext uri="{FF2B5EF4-FFF2-40B4-BE49-F238E27FC236}">
                <a16:creationId xmlns:a16="http://schemas.microsoft.com/office/drawing/2014/main" id="{4BA30053-6AC7-0FF1-9055-45CA97AD9125}"/>
              </a:ext>
            </a:extLst>
          </p:cNvPr>
          <p:cNvSpPr>
            <a:spLocks xmlns:a="http://schemas.openxmlformats.org/drawingml/2006/main" noGrp="1"/>
          </p:cNvSpPr>
          <p:nvPr/>
        </p:nvSpPr>
        <p:spPr>
          <a:xfrm xmlns:a="http://schemas.openxmlformats.org/drawingml/2006/main">
            <a:off x="1447800" y="6332132"/>
            <a:ext cx="29288857" cy="2558929"/>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lnSpc>
                <a:spcPct val="100000"/>
              </a:lnSpc>
              <a:buNone/>
              <a:defRPr sz="6600" b="1">
                <a:solidFill>
                  <a:srgbClr val="000000"/>
                </a:solidFill>
                <a:latin typeface="Arial Black"/>
                <a:ea typeface="Arial Black"/>
                <a:cs typeface="Arial Black"/>
              </a:defRPr>
            </a:pPr>
            <a:r>
              <a:rPr sz="6600" b="1">
                <a:solidFill>
                  <a:srgbClr val="000000"/>
                </a:solidFill>
                <a:latin typeface="Arial Black"/>
                <a:ea typeface="Arial Black"/>
                <a:cs typeface="Arial Black"/>
              </a:rPr>
              <a:t>FITPRO: SISTEMA WEB PARA GESTÃO DE PEQUENAS ACADEMIAS</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9a89239e7b634250"/>
          <a:stretch xmlns:a="http://schemas.openxmlformats.org/drawingml/2006/main"/>
        </p:blipFill>
        <p:spPr>
          <a:xfrm xmlns:a="http://schemas.openxmlformats.org/drawingml/2006/main">
            <a:off x="3152775" y="35147250"/>
            <a:ext cx="10363200" cy="64770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1b0b15218894532"/>
          <a:stretch xmlns:a="http://schemas.openxmlformats.org/drawingml/2006/main"/>
        </p:blipFill>
        <p:spPr>
          <a:xfrm xmlns:a="http://schemas.openxmlformats.org/drawingml/2006/main">
            <a:off x="17004672" y="26003250"/>
            <a:ext cx="13444206" cy="59055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45A91807-417A-453D-9195-0F50D896E338}"/>
              </a:ext>
            </a:extLst>
          </p:cNvPr>
          <p:cNvSpPr>
            <a:spLocks xmlns:a="http://schemas.openxmlformats.org/drawingml/2006/main" noGrp="1"/>
          </p:cNvSpPr>
          <p:nvPr/>
        </p:nvSpPr>
        <p:spPr>
          <a:xfrm xmlns:a="http://schemas.openxmlformats.org/drawingml/2006/main">
            <a:off x="1143000" y="41719500"/>
            <a:ext cx="14392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ctr">
              <a:defRPr sz="2400" i="1">
                <a:solidFill>
                  <a:srgbClr val="000000"/>
                </a:solidFill>
                <a:latin typeface="Arial"/>
                <a:ea typeface="Arial"/>
                <a:cs typeface="Arial"/>
              </a:defRPr>
            </a:pPr>
            <a:r>
              <a:rPr sz="2400" i="1">
                <a:solidFill>
                  <a:srgbClr val="000000"/>
                </a:solidFill>
                <a:latin typeface="Arial"/>
                <a:ea typeface="Arial"/>
                <a:cs typeface="Arial"/>
              </a:rPr>
              <a:t>Figura 1. Perfis de acesso do FitPro. Fonte: elaborado pelo autor (2026).</a:t>
            </a:r>
          </a:p>
        </p:txBody>
      </p:sp>
      <p:sp>
        <p:nvSpPr>
          <p:cNvPr id="28" name="">
            <a:extLst xmlns:a="http://schemas.openxmlformats.org/drawingml/2006/main">
              <a:ext uri="{FF2B5EF4-FFF2-40B4-BE49-F238E27FC236}">
                <a16:creationId xmlns:a16="http://schemas.microsoft.com/office/drawing/2014/main" id="{8DFA99CB-E860-4931-92C5-F48B2FBA9FB8}"/>
              </a:ext>
            </a:extLst>
          </p:cNvPr>
          <p:cNvSpPr>
            <a:spLocks xmlns:a="http://schemas.openxmlformats.org/drawingml/2006/main" noGrp="1"/>
          </p:cNvSpPr>
          <p:nvPr/>
        </p:nvSpPr>
        <p:spPr>
          <a:xfrm xmlns:a="http://schemas.openxmlformats.org/drawingml/2006/main">
            <a:off x="16716375" y="32099250"/>
            <a:ext cx="14020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ctr">
              <a:defRPr sz="2400" i="1">
                <a:solidFill>
                  <a:srgbClr val="000000"/>
                </a:solidFill>
                <a:latin typeface="Arial"/>
                <a:ea typeface="Arial"/>
                <a:cs typeface="Arial"/>
              </a:defRPr>
            </a:pPr>
            <a:r>
              <a:rPr sz="2400" i="1">
                <a:solidFill>
                  <a:srgbClr val="000000"/>
                </a:solidFill>
                <a:latin typeface="Arial"/>
                <a:ea typeface="Arial"/>
                <a:cs typeface="Arial"/>
              </a:rPr>
              <a:t>Figura 2. Painel do aluno e acompanhamento do treino. Fonte: elaborado pelo autor (2026).</a:t>
            </a:r>
          </a:p>
        </p:txBody>
      </p:sp>
    </p:spTree>
    <p:extLst>
      <p:ext uri="{BB962C8B-B14F-4D97-AF65-F5344CB8AC3E}">
        <p14:creationId xmlns:p14="http://schemas.microsoft.com/office/powerpoint/2010/main" val="3513390223"/>
      </p:ext>
    </p:extLst>
  </p:cSld>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2026-09-30T10:36:34.8720000Z</dcterms:created>
  <dcterms:modified xsi:type="dcterms:W3CDTF">2026-09-30T10:36:34.8720000Z</dcterms:modified>
</coreProperties>
</file>